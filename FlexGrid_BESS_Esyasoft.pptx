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sldIdLst>
    <p:sldId id="256" r:id="rId5"/>
    <p:sldId id="259" r:id="rId6"/>
    <p:sldId id="257" r:id="rId7"/>
    <p:sldId id="258" r:id="rId8"/>
    <p:sldId id="273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6B5F"/>
    <a:srgbClr val="2E7D5E"/>
    <a:srgbClr val="5F6F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638827-D3C6-477E-8F3E-4063374EC20A}" v="81" dt="2026-05-15T12:00:03.3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56" y="-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ajit Middya" userId="4ddb1ac2-4605-4c56-9552-db243c357c41" providerId="ADAL" clId="{6D2909A9-3A4F-4FEC-8B51-C25A7D9A5774}"/>
    <pc:docChg chg="undo redo custSel addSld delSld modSld sldOrd">
      <pc:chgData name="Surajit Middya" userId="4ddb1ac2-4605-4c56-9552-db243c357c41" providerId="ADAL" clId="{6D2909A9-3A4F-4FEC-8B51-C25A7D9A5774}" dt="2026-05-15T12:30:27.263" v="9840" actId="20577"/>
      <pc:docMkLst>
        <pc:docMk/>
      </pc:docMkLst>
      <pc:sldChg chg="modSp mod">
        <pc:chgData name="Surajit Middya" userId="4ddb1ac2-4605-4c56-9552-db243c357c41" providerId="ADAL" clId="{6D2909A9-3A4F-4FEC-8B51-C25A7D9A5774}" dt="2026-05-15T12:02:50.123" v="9812" actId="207"/>
        <pc:sldMkLst>
          <pc:docMk/>
          <pc:sldMk cId="0" sldId="256"/>
        </pc:sldMkLst>
        <pc:spChg chg="mod">
          <ac:chgData name="Surajit Middya" userId="4ddb1ac2-4605-4c56-9552-db243c357c41" providerId="ADAL" clId="{6D2909A9-3A4F-4FEC-8B51-C25A7D9A5774}" dt="2026-05-15T09:05:35.880" v="7642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12:02:50.123" v="9812" actId="207"/>
          <ac:spMkLst>
            <pc:docMk/>
            <pc:sldMk cId="0" sldId="256"/>
            <ac:spMk id="9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9:29:53.991" v="7885" actId="20577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Surajit Middya" userId="4ddb1ac2-4605-4c56-9552-db243c357c41" providerId="ADAL" clId="{6D2909A9-3A4F-4FEC-8B51-C25A7D9A5774}" dt="2026-05-15T09:30:11.843" v="7903" actId="20577"/>
        <pc:sldMkLst>
          <pc:docMk/>
          <pc:sldMk cId="0" sldId="257"/>
        </pc:sldMkLst>
        <pc:spChg chg="mod">
          <ac:chgData name="Surajit Middya" userId="4ddb1ac2-4605-4c56-9552-db243c357c41" providerId="ADAL" clId="{6D2909A9-3A4F-4FEC-8B51-C25A7D9A5774}" dt="2026-05-15T09:12:40.859" v="7764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9:19:01.176" v="7786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9:16:24.234" v="7783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9:15:51.123" v="7769" actId="20577"/>
          <ac:spMkLst>
            <pc:docMk/>
            <pc:sldMk cId="0" sldId="257"/>
            <ac:spMk id="20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9:30:11.843" v="7903" actId="20577"/>
          <ac:spMkLst>
            <pc:docMk/>
            <pc:sldMk cId="0" sldId="257"/>
            <ac:spMk id="22" creationId="{00000000-0000-0000-0000-000000000000}"/>
          </ac:spMkLst>
        </pc:spChg>
      </pc:sldChg>
      <pc:sldChg chg="addSp delSp modSp mod ord">
        <pc:chgData name="Surajit Middya" userId="4ddb1ac2-4605-4c56-9552-db243c357c41" providerId="ADAL" clId="{6D2909A9-3A4F-4FEC-8B51-C25A7D9A5774}" dt="2026-05-15T09:35:33.647" v="7934" actId="14100"/>
        <pc:sldMkLst>
          <pc:docMk/>
          <pc:sldMk cId="0" sldId="258"/>
        </pc:sldMkLst>
        <pc:spChg chg="mod">
          <ac:chgData name="Surajit Middya" userId="4ddb1ac2-4605-4c56-9552-db243c357c41" providerId="ADAL" clId="{6D2909A9-3A4F-4FEC-8B51-C25A7D9A5774}" dt="2026-05-15T09:34:42.332" v="7923" actId="403"/>
          <ac:spMkLst>
            <pc:docMk/>
            <pc:sldMk cId="0" sldId="258"/>
            <ac:spMk id="7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9:34:55.521" v="7925" actId="14100"/>
          <ac:spMkLst>
            <pc:docMk/>
            <pc:sldMk cId="0" sldId="258"/>
            <ac:spMk id="8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9:35:02.269" v="7926" actId="25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9:35:09.078" v="7928" actId="1410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9:35:13.707" v="7929" actId="255"/>
          <ac:spMkLst>
            <pc:docMk/>
            <pc:sldMk cId="0" sldId="258"/>
            <ac:spMk id="13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9:35:20.464" v="7931" actId="14100"/>
          <ac:spMkLst>
            <pc:docMk/>
            <pc:sldMk cId="0" sldId="258"/>
            <ac:spMk id="14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9:35:24.364" v="7932" actId="255"/>
          <ac:spMkLst>
            <pc:docMk/>
            <pc:sldMk cId="0" sldId="258"/>
            <ac:spMk id="16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9:35:33.647" v="7934" actId="14100"/>
          <ac:spMkLst>
            <pc:docMk/>
            <pc:sldMk cId="0" sldId="258"/>
            <ac:spMk id="17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09:33:18.952" v="7904" actId="478"/>
          <ac:spMkLst>
            <pc:docMk/>
            <pc:sldMk cId="0" sldId="258"/>
            <ac:spMk id="18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9:33:31.656" v="7905" actId="478"/>
          <ac:spMkLst>
            <pc:docMk/>
            <pc:sldMk cId="0" sldId="258"/>
            <ac:spMk id="19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57:33.008" v="7246" actId="478"/>
          <ac:spMkLst>
            <pc:docMk/>
            <pc:sldMk cId="0" sldId="258"/>
            <ac:spMk id="20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09:33:39.971" v="7907" actId="478"/>
          <ac:spMkLst>
            <pc:docMk/>
            <pc:sldMk cId="0" sldId="258"/>
            <ac:spMk id="21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57:41.360" v="7247" actId="478"/>
          <ac:spMkLst>
            <pc:docMk/>
            <pc:sldMk cId="0" sldId="258"/>
            <ac:spMk id="22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09:33:46.272" v="7909" actId="478"/>
          <ac:spMkLst>
            <pc:docMk/>
            <pc:sldMk cId="0" sldId="258"/>
            <ac:spMk id="23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57:44.432" v="7248" actId="478"/>
          <ac:spMkLst>
            <pc:docMk/>
            <pc:sldMk cId="0" sldId="258"/>
            <ac:spMk id="24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09:33:51.476" v="7911" actId="478"/>
          <ac:spMkLst>
            <pc:docMk/>
            <pc:sldMk cId="0" sldId="258"/>
            <ac:spMk id="25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57:47.596" v="7249" actId="478"/>
          <ac:spMkLst>
            <pc:docMk/>
            <pc:sldMk cId="0" sldId="258"/>
            <ac:spMk id="26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09:33:56.708" v="7913" actId="478"/>
          <ac:spMkLst>
            <pc:docMk/>
            <pc:sldMk cId="0" sldId="258"/>
            <ac:spMk id="27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09:34:03.664" v="7914" actId="478"/>
          <ac:spMkLst>
            <pc:docMk/>
            <pc:sldMk cId="0" sldId="258"/>
            <ac:spMk id="28" creationId="{723C5535-D3F1-F8AF-CA3F-AE0B46B09483}"/>
          </ac:spMkLst>
        </pc:spChg>
        <pc:spChg chg="add del mod">
          <ac:chgData name="Surajit Middya" userId="4ddb1ac2-4605-4c56-9552-db243c357c41" providerId="ADAL" clId="{6D2909A9-3A4F-4FEC-8B51-C25A7D9A5774}" dt="2026-05-15T09:33:34.171" v="7906" actId="478"/>
          <ac:spMkLst>
            <pc:docMk/>
            <pc:sldMk cId="0" sldId="258"/>
            <ac:spMk id="30" creationId="{EAABBC2D-B79C-9E1F-D7DA-55B846993B1C}"/>
          </ac:spMkLst>
        </pc:spChg>
        <pc:spChg chg="add del mod">
          <ac:chgData name="Surajit Middya" userId="4ddb1ac2-4605-4c56-9552-db243c357c41" providerId="ADAL" clId="{6D2909A9-3A4F-4FEC-8B51-C25A7D9A5774}" dt="2026-05-15T09:33:42.731" v="7908" actId="478"/>
          <ac:spMkLst>
            <pc:docMk/>
            <pc:sldMk cId="0" sldId="258"/>
            <ac:spMk id="32" creationId="{411B9407-EA7A-572B-88B8-E5D9CEE55BD8}"/>
          </ac:spMkLst>
        </pc:spChg>
        <pc:spChg chg="add del mod">
          <ac:chgData name="Surajit Middya" userId="4ddb1ac2-4605-4c56-9552-db243c357c41" providerId="ADAL" clId="{6D2909A9-3A4F-4FEC-8B51-C25A7D9A5774}" dt="2026-05-15T09:33:48.857" v="7910" actId="478"/>
          <ac:spMkLst>
            <pc:docMk/>
            <pc:sldMk cId="0" sldId="258"/>
            <ac:spMk id="34" creationId="{F1EBAB1B-AE76-0DF5-5100-55405BAF52CB}"/>
          </ac:spMkLst>
        </pc:spChg>
        <pc:spChg chg="add del mod">
          <ac:chgData name="Surajit Middya" userId="4ddb1ac2-4605-4c56-9552-db243c357c41" providerId="ADAL" clId="{6D2909A9-3A4F-4FEC-8B51-C25A7D9A5774}" dt="2026-05-15T09:33:53.647" v="7912" actId="478"/>
          <ac:spMkLst>
            <pc:docMk/>
            <pc:sldMk cId="0" sldId="258"/>
            <ac:spMk id="36" creationId="{DE74F755-7C72-CB2B-ECF7-E16DA0DF1800}"/>
          </ac:spMkLst>
        </pc:spChg>
      </pc:sldChg>
      <pc:sldChg chg="addSp delSp modSp mod ord">
        <pc:chgData name="Surajit Middya" userId="4ddb1ac2-4605-4c56-9552-db243c357c41" providerId="ADAL" clId="{6D2909A9-3A4F-4FEC-8B51-C25A7D9A5774}" dt="2026-05-15T11:50:44.067" v="9696"/>
        <pc:sldMkLst>
          <pc:docMk/>
          <pc:sldMk cId="0" sldId="259"/>
        </pc:sldMkLst>
        <pc:spChg chg="mod">
          <ac:chgData name="Surajit Middya" userId="4ddb1ac2-4605-4c56-9552-db243c357c41" providerId="ADAL" clId="{6D2909A9-3A4F-4FEC-8B51-C25A7D9A5774}" dt="2026-05-15T09:35:51.704" v="7943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9:38:05.517" v="7981" actId="6549"/>
          <ac:spMkLst>
            <pc:docMk/>
            <pc:sldMk cId="0" sldId="259"/>
            <ac:spMk id="5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10:59:54.401" v="9147" actId="478"/>
          <ac:spMkLst>
            <pc:docMk/>
            <pc:sldMk cId="0" sldId="259"/>
            <ac:spMk id="6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10:59:54.401" v="9147" actId="478"/>
          <ac:spMkLst>
            <pc:docMk/>
            <pc:sldMk cId="0" sldId="259"/>
            <ac:spMk id="7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10:59:45.732" v="9146" actId="478"/>
          <ac:spMkLst>
            <pc:docMk/>
            <pc:sldMk cId="0" sldId="259"/>
            <ac:spMk id="8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11:00:12.728" v="9152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10:59:58.956" v="9148" actId="478"/>
          <ac:spMkLst>
            <pc:docMk/>
            <pc:sldMk cId="0" sldId="259"/>
            <ac:spMk id="12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11:00:16.095" v="9153" actId="478"/>
          <ac:spMkLst>
            <pc:docMk/>
            <pc:sldMk cId="0" sldId="259"/>
            <ac:spMk id="13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11:00:17.834" v="9154" actId="478"/>
          <ac:spMkLst>
            <pc:docMk/>
            <pc:sldMk cId="0" sldId="259"/>
            <ac:spMk id="15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10:59:58.956" v="9148" actId="478"/>
          <ac:spMkLst>
            <pc:docMk/>
            <pc:sldMk cId="0" sldId="259"/>
            <ac:spMk id="17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11:00:05.265" v="9149" actId="478"/>
          <ac:spMkLst>
            <pc:docMk/>
            <pc:sldMk cId="0" sldId="259"/>
            <ac:spMk id="18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10:59:58.956" v="9148" actId="478"/>
          <ac:spMkLst>
            <pc:docMk/>
            <pc:sldMk cId="0" sldId="259"/>
            <ac:spMk id="20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11:00:08.774" v="9150" actId="478"/>
          <ac:spMkLst>
            <pc:docMk/>
            <pc:sldMk cId="0" sldId="259"/>
            <ac:spMk id="22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5:46:29.260" v="402" actId="478"/>
          <ac:spMkLst>
            <pc:docMk/>
            <pc:sldMk cId="0" sldId="259"/>
            <ac:spMk id="23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5:47:04.549" v="542" actId="478"/>
          <ac:spMkLst>
            <pc:docMk/>
            <pc:sldMk cId="0" sldId="259"/>
            <ac:spMk id="25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5:47:08.175" v="543" actId="478"/>
          <ac:spMkLst>
            <pc:docMk/>
            <pc:sldMk cId="0" sldId="259"/>
            <ac:spMk id="27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10:59:58.956" v="9148" actId="478"/>
          <ac:spMkLst>
            <pc:docMk/>
            <pc:sldMk cId="0" sldId="259"/>
            <ac:spMk id="28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10:59:54.401" v="9147" actId="478"/>
          <ac:spMkLst>
            <pc:docMk/>
            <pc:sldMk cId="0" sldId="259"/>
            <ac:spMk id="30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10:59:58.956" v="9148" actId="478"/>
          <ac:spMkLst>
            <pc:docMk/>
            <pc:sldMk cId="0" sldId="259"/>
            <ac:spMk id="32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10:59:54.401" v="9147" actId="478"/>
          <ac:spMkLst>
            <pc:docMk/>
            <pc:sldMk cId="0" sldId="259"/>
            <ac:spMk id="33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10:59:54.401" v="9147" actId="478"/>
          <ac:spMkLst>
            <pc:docMk/>
            <pc:sldMk cId="0" sldId="259"/>
            <ac:spMk id="35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10:59:54.401" v="9147" actId="478"/>
          <ac:spMkLst>
            <pc:docMk/>
            <pc:sldMk cId="0" sldId="259"/>
            <ac:spMk id="37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05:39:19.116" v="160" actId="478"/>
          <ac:spMkLst>
            <pc:docMk/>
            <pc:sldMk cId="0" sldId="259"/>
            <ac:spMk id="38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5:39:21.236" v="161" actId="478"/>
          <ac:spMkLst>
            <pc:docMk/>
            <pc:sldMk cId="0" sldId="259"/>
            <ac:spMk id="39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5:39:23.728" v="162" actId="478"/>
          <ac:spMkLst>
            <pc:docMk/>
            <pc:sldMk cId="0" sldId="259"/>
            <ac:spMk id="40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5:39:25.783" v="163" actId="478"/>
          <ac:spMkLst>
            <pc:docMk/>
            <pc:sldMk cId="0" sldId="259"/>
            <ac:spMk id="41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05:39:17.185" v="159" actId="478"/>
          <ac:spMkLst>
            <pc:docMk/>
            <pc:sldMk cId="0" sldId="259"/>
            <ac:spMk id="42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5:47:12.499" v="545" actId="478"/>
          <ac:spMkLst>
            <pc:docMk/>
            <pc:sldMk cId="0" sldId="259"/>
            <ac:spMk id="43" creationId="{00000000-0000-0000-0000-000000000000}"/>
          </ac:spMkLst>
        </pc:spChg>
        <pc:spChg chg="add del mod ord">
          <ac:chgData name="Surajit Middya" userId="4ddb1ac2-4605-4c56-9552-db243c357c41" providerId="ADAL" clId="{6D2909A9-3A4F-4FEC-8B51-C25A7D9A5774}" dt="2026-05-15T10:59:58.956" v="9148" actId="478"/>
          <ac:spMkLst>
            <pc:docMk/>
            <pc:sldMk cId="0" sldId="259"/>
            <ac:spMk id="45" creationId="{120D610D-39C7-A35F-2E9B-AE662C1D4D26}"/>
          </ac:spMkLst>
        </pc:spChg>
        <pc:spChg chg="add del mod">
          <ac:chgData name="Surajit Middya" userId="4ddb1ac2-4605-4c56-9552-db243c357c41" providerId="ADAL" clId="{6D2909A9-3A4F-4FEC-8B51-C25A7D9A5774}" dt="2026-05-15T10:59:58.956" v="9148" actId="478"/>
          <ac:spMkLst>
            <pc:docMk/>
            <pc:sldMk cId="0" sldId="259"/>
            <ac:spMk id="49" creationId="{B7E37BBE-4C9B-C3FF-9E87-46FAC3B86AC1}"/>
          </ac:spMkLst>
        </pc:spChg>
        <pc:spChg chg="add del mod ord">
          <ac:chgData name="Surajit Middya" userId="4ddb1ac2-4605-4c56-9552-db243c357c41" providerId="ADAL" clId="{6D2909A9-3A4F-4FEC-8B51-C25A7D9A5774}" dt="2026-05-15T10:59:54.401" v="9147" actId="478"/>
          <ac:spMkLst>
            <pc:docMk/>
            <pc:sldMk cId="0" sldId="259"/>
            <ac:spMk id="53" creationId="{427A604D-3BE1-AB22-E5BC-663FC91ED483}"/>
          </ac:spMkLst>
        </pc:spChg>
        <pc:spChg chg="add mod">
          <ac:chgData name="Surajit Middya" userId="4ddb1ac2-4605-4c56-9552-db243c357c41" providerId="ADAL" clId="{6D2909A9-3A4F-4FEC-8B51-C25A7D9A5774}" dt="2026-05-15T11:47:44.844" v="9614" actId="20577"/>
          <ac:spMkLst>
            <pc:docMk/>
            <pc:sldMk cId="0" sldId="259"/>
            <ac:spMk id="55" creationId="{C82A39DE-4550-6C9A-F2FE-CEC8418D4311}"/>
          </ac:spMkLst>
        </pc:spChg>
        <pc:spChg chg="add mod">
          <ac:chgData name="Surajit Middya" userId="4ddb1ac2-4605-4c56-9552-db243c357c41" providerId="ADAL" clId="{6D2909A9-3A4F-4FEC-8B51-C25A7D9A5774}" dt="2026-05-15T11:05:44.089" v="9170" actId="1035"/>
          <ac:spMkLst>
            <pc:docMk/>
            <pc:sldMk cId="0" sldId="259"/>
            <ac:spMk id="57" creationId="{52E2D61C-FC4B-53A8-017F-28B66506C4FD}"/>
          </ac:spMkLst>
        </pc:spChg>
        <pc:spChg chg="add mod">
          <ac:chgData name="Surajit Middya" userId="4ddb1ac2-4605-4c56-9552-db243c357c41" providerId="ADAL" clId="{6D2909A9-3A4F-4FEC-8B51-C25A7D9A5774}" dt="2026-05-15T11:43:59.801" v="9602" actId="1036"/>
          <ac:spMkLst>
            <pc:docMk/>
            <pc:sldMk cId="0" sldId="259"/>
            <ac:spMk id="59" creationId="{885A01BD-5251-DF40-89D3-5B596ECF127B}"/>
          </ac:spMkLst>
        </pc:spChg>
        <pc:picChg chg="del">
          <ac:chgData name="Surajit Middya" userId="4ddb1ac2-4605-4c56-9552-db243c357c41" providerId="ADAL" clId="{6D2909A9-3A4F-4FEC-8B51-C25A7D9A5774}" dt="2026-05-15T11:00:20.258" v="9155" actId="478"/>
          <ac:picMkLst>
            <pc:docMk/>
            <pc:sldMk cId="0" sldId="259"/>
            <ac:picMk id="9" creationId="{00000000-0000-0000-0000-000000000000}"/>
          </ac:picMkLst>
        </pc:picChg>
        <pc:picChg chg="del">
          <ac:chgData name="Surajit Middya" userId="4ddb1ac2-4605-4c56-9552-db243c357c41" providerId="ADAL" clId="{6D2909A9-3A4F-4FEC-8B51-C25A7D9A5774}" dt="2026-05-15T11:00:11.196" v="9151" actId="478"/>
          <ac:picMkLst>
            <pc:docMk/>
            <pc:sldMk cId="0" sldId="259"/>
            <ac:picMk id="11" creationId="{00000000-0000-0000-0000-000000000000}"/>
          </ac:picMkLst>
        </pc:picChg>
        <pc:picChg chg="del">
          <ac:chgData name="Surajit Middya" userId="4ddb1ac2-4605-4c56-9552-db243c357c41" providerId="ADAL" clId="{6D2909A9-3A4F-4FEC-8B51-C25A7D9A5774}" dt="2026-05-15T05:48:28.659" v="769" actId="478"/>
          <ac:picMkLst>
            <pc:docMk/>
            <pc:sldMk cId="0" sldId="259"/>
            <ac:picMk id="14" creationId="{00000000-0000-0000-0000-000000000000}"/>
          </ac:picMkLst>
        </pc:picChg>
        <pc:picChg chg="del mod">
          <ac:chgData name="Surajit Middya" userId="4ddb1ac2-4605-4c56-9552-db243c357c41" providerId="ADAL" clId="{6D2909A9-3A4F-4FEC-8B51-C25A7D9A5774}" dt="2026-05-15T10:59:58.956" v="9148" actId="478"/>
          <ac:picMkLst>
            <pc:docMk/>
            <pc:sldMk cId="0" sldId="259"/>
            <ac:picMk id="16" creationId="{00000000-0000-0000-0000-000000000000}"/>
          </ac:picMkLst>
        </pc:picChg>
        <pc:picChg chg="del">
          <ac:chgData name="Surajit Middya" userId="4ddb1ac2-4605-4c56-9552-db243c357c41" providerId="ADAL" clId="{6D2909A9-3A4F-4FEC-8B51-C25A7D9A5774}" dt="2026-05-15T05:38:32.283" v="114" actId="478"/>
          <ac:picMkLst>
            <pc:docMk/>
            <pc:sldMk cId="0" sldId="259"/>
            <ac:picMk id="19" creationId="{00000000-0000-0000-0000-000000000000}"/>
          </ac:picMkLst>
        </pc:picChg>
        <pc:picChg chg="del mod">
          <ac:chgData name="Surajit Middya" userId="4ddb1ac2-4605-4c56-9552-db243c357c41" providerId="ADAL" clId="{6D2909A9-3A4F-4FEC-8B51-C25A7D9A5774}" dt="2026-05-15T10:59:58.956" v="9148" actId="478"/>
          <ac:picMkLst>
            <pc:docMk/>
            <pc:sldMk cId="0" sldId="259"/>
            <ac:picMk id="21" creationId="{00000000-0000-0000-0000-000000000000}"/>
          </ac:picMkLst>
        </pc:picChg>
        <pc:picChg chg="del">
          <ac:chgData name="Surajit Middya" userId="4ddb1ac2-4605-4c56-9552-db243c357c41" providerId="ADAL" clId="{6D2909A9-3A4F-4FEC-8B51-C25A7D9A5774}" dt="2026-05-15T05:47:09.825" v="544" actId="478"/>
          <ac:picMkLst>
            <pc:docMk/>
            <pc:sldMk cId="0" sldId="259"/>
            <ac:picMk id="24" creationId="{00000000-0000-0000-0000-000000000000}"/>
          </ac:picMkLst>
        </pc:picChg>
        <pc:picChg chg="add del mod">
          <ac:chgData name="Surajit Middya" userId="4ddb1ac2-4605-4c56-9552-db243c357c41" providerId="ADAL" clId="{6D2909A9-3A4F-4FEC-8B51-C25A7D9A5774}" dt="2026-05-15T10:59:54.401" v="9147" actId="478"/>
          <ac:picMkLst>
            <pc:docMk/>
            <pc:sldMk cId="0" sldId="259"/>
            <ac:picMk id="26" creationId="{00000000-0000-0000-0000-000000000000}"/>
          </ac:picMkLst>
        </pc:picChg>
        <pc:picChg chg="del">
          <ac:chgData name="Surajit Middya" userId="4ddb1ac2-4605-4c56-9552-db243c357c41" providerId="ADAL" clId="{6D2909A9-3A4F-4FEC-8B51-C25A7D9A5774}" dt="2026-05-15T10:59:54.401" v="9147" actId="478"/>
          <ac:picMkLst>
            <pc:docMk/>
            <pc:sldMk cId="0" sldId="259"/>
            <ac:picMk id="29" creationId="{00000000-0000-0000-0000-000000000000}"/>
          </ac:picMkLst>
        </pc:picChg>
        <pc:picChg chg="del">
          <ac:chgData name="Surajit Middya" userId="4ddb1ac2-4605-4c56-9552-db243c357c41" providerId="ADAL" clId="{6D2909A9-3A4F-4FEC-8B51-C25A7D9A5774}" dt="2026-05-15T10:59:54.401" v="9147" actId="478"/>
          <ac:picMkLst>
            <pc:docMk/>
            <pc:sldMk cId="0" sldId="259"/>
            <ac:picMk id="31" creationId="{00000000-0000-0000-0000-000000000000}"/>
          </ac:picMkLst>
        </pc:picChg>
        <pc:picChg chg="del">
          <ac:chgData name="Surajit Middya" userId="4ddb1ac2-4605-4c56-9552-db243c357c41" providerId="ADAL" clId="{6D2909A9-3A4F-4FEC-8B51-C25A7D9A5774}" dt="2026-05-15T05:47:40.703" v="656" actId="478"/>
          <ac:picMkLst>
            <pc:docMk/>
            <pc:sldMk cId="0" sldId="259"/>
            <ac:picMk id="34" creationId="{00000000-0000-0000-0000-000000000000}"/>
          </ac:picMkLst>
        </pc:picChg>
        <pc:picChg chg="mod">
          <ac:chgData name="Surajit Middya" userId="4ddb1ac2-4605-4c56-9552-db243c357c41" providerId="ADAL" clId="{6D2909A9-3A4F-4FEC-8B51-C25A7D9A5774}" dt="2026-05-15T05:47:37.040" v="655" actId="1076"/>
          <ac:picMkLst>
            <pc:docMk/>
            <pc:sldMk cId="0" sldId="259"/>
            <ac:picMk id="36" creationId="{00000000-0000-0000-0000-000000000000}"/>
          </ac:picMkLst>
        </pc:picChg>
        <pc:picChg chg="add del mod">
          <ac:chgData name="Surajit Middya" userId="4ddb1ac2-4605-4c56-9552-db243c357c41" providerId="ADAL" clId="{6D2909A9-3A4F-4FEC-8B51-C25A7D9A5774}" dt="2026-05-15T05:42:49.856" v="311" actId="478"/>
          <ac:picMkLst>
            <pc:docMk/>
            <pc:sldMk cId="0" sldId="259"/>
            <ac:picMk id="47" creationId="{9FC27676-0F33-A380-1770-FFD8163F86E4}"/>
          </ac:picMkLst>
        </pc:picChg>
        <pc:picChg chg="add del mod">
          <ac:chgData name="Surajit Middya" userId="4ddb1ac2-4605-4c56-9552-db243c357c41" providerId="ADAL" clId="{6D2909A9-3A4F-4FEC-8B51-C25A7D9A5774}" dt="2026-05-15T05:46:41.618" v="405" actId="478"/>
          <ac:picMkLst>
            <pc:docMk/>
            <pc:sldMk cId="0" sldId="259"/>
            <ac:picMk id="51" creationId="{FB28F8AF-D3F4-EE8A-B3E5-1E8CAD5169A9}"/>
          </ac:picMkLst>
        </pc:picChg>
      </pc:sldChg>
      <pc:sldChg chg="addSp modSp mod">
        <pc:chgData name="Surajit Middya" userId="4ddb1ac2-4605-4c56-9552-db243c357c41" providerId="ADAL" clId="{6D2909A9-3A4F-4FEC-8B51-C25A7D9A5774}" dt="2026-05-15T10:57:02.106" v="9145" actId="20577"/>
        <pc:sldMkLst>
          <pc:docMk/>
          <pc:sldMk cId="0" sldId="260"/>
        </pc:sldMkLst>
        <pc:spChg chg="mod">
          <ac:chgData name="Surajit Middya" userId="4ddb1ac2-4605-4c56-9552-db243c357c41" providerId="ADAL" clId="{6D2909A9-3A4F-4FEC-8B51-C25A7D9A5774}" dt="2026-05-15T09:50:55.840" v="8048" actId="20577"/>
          <ac:spMkLst>
            <pc:docMk/>
            <pc:sldMk cId="0" sldId="260"/>
            <ac:spMk id="9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6:09:05.109" v="1287" actId="1035"/>
          <ac:spMkLst>
            <pc:docMk/>
            <pc:sldMk cId="0" sldId="260"/>
            <ac:spMk id="18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9:45:08.847" v="8026" actId="20577"/>
          <ac:spMkLst>
            <pc:docMk/>
            <pc:sldMk cId="0" sldId="260"/>
            <ac:spMk id="19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6:00:17.903" v="1006" actId="20577"/>
          <ac:spMkLst>
            <pc:docMk/>
            <pc:sldMk cId="0" sldId="260"/>
            <ac:spMk id="22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9:52:44.018" v="8097" actId="20577"/>
          <ac:spMkLst>
            <pc:docMk/>
            <pc:sldMk cId="0" sldId="260"/>
            <ac:spMk id="25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9:53:02.663" v="8128" actId="20577"/>
          <ac:spMkLst>
            <pc:docMk/>
            <pc:sldMk cId="0" sldId="260"/>
            <ac:spMk id="28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6:07:03.413" v="1176" actId="21"/>
          <ac:spMkLst>
            <pc:docMk/>
            <pc:sldMk cId="0" sldId="260"/>
            <ac:spMk id="31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9:54:33.327" v="8143" actId="20577"/>
          <ac:spMkLst>
            <pc:docMk/>
            <pc:sldMk cId="0" sldId="260"/>
            <ac:spMk id="34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6:09:28.500" v="1294" actId="1038"/>
          <ac:spMkLst>
            <pc:docMk/>
            <pc:sldMk cId="0" sldId="260"/>
            <ac:spMk id="35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10:57:02.106" v="9145" actId="20577"/>
          <ac:spMkLst>
            <pc:docMk/>
            <pc:sldMk cId="0" sldId="260"/>
            <ac:spMk id="37" creationId="{00000000-0000-0000-0000-000000000000}"/>
          </ac:spMkLst>
        </pc:spChg>
        <pc:spChg chg="add mod">
          <ac:chgData name="Surajit Middya" userId="4ddb1ac2-4605-4c56-9552-db243c357c41" providerId="ADAL" clId="{6D2909A9-3A4F-4FEC-8B51-C25A7D9A5774}" dt="2026-05-15T09:53:32.405" v="8130" actId="20577"/>
          <ac:spMkLst>
            <pc:docMk/>
            <pc:sldMk cId="0" sldId="260"/>
            <ac:spMk id="39" creationId="{342ADD14-0764-E3B3-C41F-8EA862C46717}"/>
          </ac:spMkLst>
        </pc:spChg>
      </pc:sldChg>
      <pc:sldChg chg="modSp mod">
        <pc:chgData name="Surajit Middya" userId="4ddb1ac2-4605-4c56-9552-db243c357c41" providerId="ADAL" clId="{6D2909A9-3A4F-4FEC-8B51-C25A7D9A5774}" dt="2026-05-15T09:57:28.100" v="8163" actId="20577"/>
        <pc:sldMkLst>
          <pc:docMk/>
          <pc:sldMk cId="0" sldId="261"/>
        </pc:sldMkLst>
        <pc:spChg chg="mod">
          <ac:chgData name="Surajit Middya" userId="4ddb1ac2-4605-4c56-9552-db243c357c41" providerId="ADAL" clId="{6D2909A9-3A4F-4FEC-8B51-C25A7D9A5774}" dt="2026-05-15T09:57:28.100" v="8163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9:55:53.948" v="8152" actId="20577"/>
          <ac:spMkLst>
            <pc:docMk/>
            <pc:sldMk cId="0" sldId="261"/>
            <ac:spMk id="5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6:11:32.386" v="1308" actId="20577"/>
          <ac:spMkLst>
            <pc:docMk/>
            <pc:sldMk cId="0" sldId="261"/>
            <ac:spMk id="12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6:13:14.367" v="1318" actId="6549"/>
          <ac:spMkLst>
            <pc:docMk/>
            <pc:sldMk cId="0" sldId="261"/>
            <ac:spMk id="27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6:15:17.536" v="1337" actId="20577"/>
          <ac:spMkLst>
            <pc:docMk/>
            <pc:sldMk cId="0" sldId="261"/>
            <ac:spMk id="32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6:16:42.889" v="1399" actId="20577"/>
          <ac:spMkLst>
            <pc:docMk/>
            <pc:sldMk cId="0" sldId="261"/>
            <ac:spMk id="34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6:16:59.622" v="1430" actId="20577"/>
          <ac:spMkLst>
            <pc:docMk/>
            <pc:sldMk cId="0" sldId="261"/>
            <ac:spMk id="36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6:17:20.380" v="1455" actId="20577"/>
          <ac:spMkLst>
            <pc:docMk/>
            <pc:sldMk cId="0" sldId="261"/>
            <ac:spMk id="38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6:21:31.258" v="1509" actId="6549"/>
          <ac:spMkLst>
            <pc:docMk/>
            <pc:sldMk cId="0" sldId="261"/>
            <ac:spMk id="49" creationId="{00000000-0000-0000-0000-000000000000}"/>
          </ac:spMkLst>
        </pc:spChg>
      </pc:sldChg>
      <pc:sldChg chg="addSp delSp modSp mod">
        <pc:chgData name="Surajit Middya" userId="4ddb1ac2-4605-4c56-9552-db243c357c41" providerId="ADAL" clId="{6D2909A9-3A4F-4FEC-8B51-C25A7D9A5774}" dt="2026-05-15T11:48:56.242" v="9679" actId="1037"/>
        <pc:sldMkLst>
          <pc:docMk/>
          <pc:sldMk cId="0" sldId="262"/>
        </pc:sldMkLst>
        <pc:spChg chg="mod">
          <ac:chgData name="Surajit Middya" userId="4ddb1ac2-4605-4c56-9552-db243c357c41" providerId="ADAL" clId="{6D2909A9-3A4F-4FEC-8B51-C25A7D9A5774}" dt="2026-05-15T06:26:54.044" v="1567" actId="2057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6:26:17.241" v="1549" actId="20577"/>
          <ac:spMkLst>
            <pc:docMk/>
            <pc:sldMk cId="0" sldId="262"/>
            <ac:spMk id="15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6:26:22.493" v="1550" actId="20577"/>
          <ac:spMkLst>
            <pc:docMk/>
            <pc:sldMk cId="0" sldId="262"/>
            <ac:spMk id="16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6:27:01.139" v="1585" actId="20577"/>
          <ac:spMkLst>
            <pc:docMk/>
            <pc:sldMk cId="0" sldId="262"/>
            <ac:spMk id="17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6:27:55.849" v="1650" actId="20577"/>
          <ac:spMkLst>
            <pc:docMk/>
            <pc:sldMk cId="0" sldId="262"/>
            <ac:spMk id="21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6:28:05.936" v="1659" actId="6549"/>
          <ac:spMkLst>
            <pc:docMk/>
            <pc:sldMk cId="0" sldId="262"/>
            <ac:spMk id="22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6:28:15.518" v="1675" actId="20577"/>
          <ac:spMkLst>
            <pc:docMk/>
            <pc:sldMk cId="0" sldId="262"/>
            <ac:spMk id="23" creationId="{00000000-0000-0000-0000-000000000000}"/>
          </ac:spMkLst>
        </pc:spChg>
        <pc:spChg chg="add del mod ord">
          <ac:chgData name="Surajit Middya" userId="4ddb1ac2-4605-4c56-9552-db243c357c41" providerId="ADAL" clId="{6D2909A9-3A4F-4FEC-8B51-C25A7D9A5774}" dt="2026-05-15T11:48:29.206" v="9615" actId="478"/>
          <ac:spMkLst>
            <pc:docMk/>
            <pc:sldMk cId="0" sldId="262"/>
            <ac:spMk id="26" creationId="{933D9777-E8C5-0389-F76C-53A5D4237860}"/>
          </ac:spMkLst>
        </pc:spChg>
        <pc:spChg chg="add del mod">
          <ac:chgData name="Surajit Middya" userId="4ddb1ac2-4605-4c56-9552-db243c357c41" providerId="ADAL" clId="{6D2909A9-3A4F-4FEC-8B51-C25A7D9A5774}" dt="2026-05-15T11:48:37.511" v="9618" actId="478"/>
          <ac:spMkLst>
            <pc:docMk/>
            <pc:sldMk cId="0" sldId="262"/>
            <ac:spMk id="30" creationId="{AA857023-F5C6-6E0D-0FD9-02A9D2B160B0}"/>
          </ac:spMkLst>
        </pc:spChg>
        <pc:spChg chg="add del mod">
          <ac:chgData name="Surajit Middya" userId="4ddb1ac2-4605-4c56-9552-db243c357c41" providerId="ADAL" clId="{6D2909A9-3A4F-4FEC-8B51-C25A7D9A5774}" dt="2026-05-15T11:48:40.453" v="9619" actId="478"/>
          <ac:spMkLst>
            <pc:docMk/>
            <pc:sldMk cId="0" sldId="262"/>
            <ac:spMk id="32" creationId="{5DF4BC43-813D-FA7D-5A14-CE27801673E8}"/>
          </ac:spMkLst>
        </pc:spChg>
        <pc:spChg chg="add del mod">
          <ac:chgData name="Surajit Middya" userId="4ddb1ac2-4605-4c56-9552-db243c357c41" providerId="ADAL" clId="{6D2909A9-3A4F-4FEC-8B51-C25A7D9A5774}" dt="2026-05-15T11:48:43.425" v="9620" actId="478"/>
          <ac:spMkLst>
            <pc:docMk/>
            <pc:sldMk cId="0" sldId="262"/>
            <ac:spMk id="34" creationId="{72A53A48-49B2-6F73-61FF-202009C380FF}"/>
          </ac:spMkLst>
        </pc:spChg>
        <pc:spChg chg="add mod ord">
          <ac:chgData name="Surajit Middya" userId="4ddb1ac2-4605-4c56-9552-db243c357c41" providerId="ADAL" clId="{6D2909A9-3A4F-4FEC-8B51-C25A7D9A5774}" dt="2026-05-15T11:48:56.242" v="9679" actId="1037"/>
          <ac:spMkLst>
            <pc:docMk/>
            <pc:sldMk cId="0" sldId="262"/>
            <ac:spMk id="36" creationId="{9BEC14BC-EFF8-A48D-ED4B-7C2B3ECA5701}"/>
          </ac:spMkLst>
        </pc:spChg>
        <pc:spChg chg="add mod">
          <ac:chgData name="Surajit Middya" userId="4ddb1ac2-4605-4c56-9552-db243c357c41" providerId="ADAL" clId="{6D2909A9-3A4F-4FEC-8B51-C25A7D9A5774}" dt="2026-05-15T11:48:56.242" v="9679" actId="1037"/>
          <ac:spMkLst>
            <pc:docMk/>
            <pc:sldMk cId="0" sldId="262"/>
            <ac:spMk id="40" creationId="{AFF9F3F8-79C3-7130-3FE4-BE274CF84525}"/>
          </ac:spMkLst>
        </pc:spChg>
        <pc:spChg chg="add mod">
          <ac:chgData name="Surajit Middya" userId="4ddb1ac2-4605-4c56-9552-db243c357c41" providerId="ADAL" clId="{6D2909A9-3A4F-4FEC-8B51-C25A7D9A5774}" dt="2026-05-15T11:48:56.242" v="9679" actId="1037"/>
          <ac:spMkLst>
            <pc:docMk/>
            <pc:sldMk cId="0" sldId="262"/>
            <ac:spMk id="42" creationId="{75D10555-08E3-2A2F-E116-49A9D30C74CA}"/>
          </ac:spMkLst>
        </pc:spChg>
        <pc:spChg chg="add mod">
          <ac:chgData name="Surajit Middya" userId="4ddb1ac2-4605-4c56-9552-db243c357c41" providerId="ADAL" clId="{6D2909A9-3A4F-4FEC-8B51-C25A7D9A5774}" dt="2026-05-15T11:48:56.242" v="9679" actId="1037"/>
          <ac:spMkLst>
            <pc:docMk/>
            <pc:sldMk cId="0" sldId="262"/>
            <ac:spMk id="44" creationId="{7F86E3C5-E505-18E4-72FD-21B4BEEAE96C}"/>
          </ac:spMkLst>
        </pc:spChg>
        <pc:spChg chg="add del mod ord">
          <ac:chgData name="Surajit Middya" userId="4ddb1ac2-4605-4c56-9552-db243c357c41" providerId="ADAL" clId="{6D2909A9-3A4F-4FEC-8B51-C25A7D9A5774}" dt="2026-05-15T11:48:31.914" v="9616" actId="478"/>
          <ac:spMkLst>
            <pc:docMk/>
            <pc:sldMk cId="0" sldId="262"/>
            <ac:spMk id="46" creationId="{1A2A70E7-84B1-92DA-B7CD-0A6733DDE2FF}"/>
          </ac:spMkLst>
        </pc:spChg>
        <pc:spChg chg="add mod ord">
          <ac:chgData name="Surajit Middya" userId="4ddb1ac2-4605-4c56-9552-db243c357c41" providerId="ADAL" clId="{6D2909A9-3A4F-4FEC-8B51-C25A7D9A5774}" dt="2026-05-15T11:48:56.242" v="9679" actId="1037"/>
          <ac:spMkLst>
            <pc:docMk/>
            <pc:sldMk cId="0" sldId="262"/>
            <ac:spMk id="48" creationId="{65B12EDF-4137-5D93-DA3E-040C766C3B71}"/>
          </ac:spMkLst>
        </pc:spChg>
        <pc:graphicFrameChg chg="del">
          <ac:chgData name="Surajit Middya" userId="4ddb1ac2-4605-4c56-9552-db243c357c41" providerId="ADAL" clId="{6D2909A9-3A4F-4FEC-8B51-C25A7D9A5774}" dt="2026-05-15T06:28:59.248" v="1676" actId="478"/>
          <ac:graphicFrameMkLst>
            <pc:docMk/>
            <pc:sldMk cId="0" sldId="262"/>
            <ac:graphicFrameMk id="24" creationId="{00000000-0000-0000-0000-000000000000}"/>
          </ac:graphicFrameMkLst>
        </pc:graphicFrameChg>
        <pc:picChg chg="add del mod">
          <ac:chgData name="Surajit Middya" userId="4ddb1ac2-4605-4c56-9552-db243c357c41" providerId="ADAL" clId="{6D2909A9-3A4F-4FEC-8B51-C25A7D9A5774}" dt="2026-05-15T11:10:29.344" v="9229" actId="478"/>
          <ac:picMkLst>
            <pc:docMk/>
            <pc:sldMk cId="0" sldId="262"/>
            <ac:picMk id="28" creationId="{94213297-8197-20DE-C8E9-32C7A8D625B0}"/>
          </ac:picMkLst>
        </pc:picChg>
        <pc:picChg chg="add mod">
          <ac:chgData name="Surajit Middya" userId="4ddb1ac2-4605-4c56-9552-db243c357c41" providerId="ADAL" clId="{6D2909A9-3A4F-4FEC-8B51-C25A7D9A5774}" dt="2026-05-15T11:48:56.242" v="9679" actId="1037"/>
          <ac:picMkLst>
            <pc:docMk/>
            <pc:sldMk cId="0" sldId="262"/>
            <ac:picMk id="38" creationId="{F80C7B2D-8FCE-A6A9-32D7-9371E71A81DA}"/>
          </ac:picMkLst>
        </pc:picChg>
        <pc:picChg chg="add del mod">
          <ac:chgData name="Surajit Middya" userId="4ddb1ac2-4605-4c56-9552-db243c357c41" providerId="ADAL" clId="{6D2909A9-3A4F-4FEC-8B51-C25A7D9A5774}" dt="2026-05-15T11:48:34.625" v="9617" actId="478"/>
          <ac:picMkLst>
            <pc:docMk/>
            <pc:sldMk cId="0" sldId="262"/>
            <ac:picMk id="50" creationId="{CDA3DCA1-3439-ACE7-BAD9-B84CC8B2968C}"/>
          </ac:picMkLst>
        </pc:picChg>
      </pc:sldChg>
      <pc:sldChg chg="modSp mod">
        <pc:chgData name="Surajit Middya" userId="4ddb1ac2-4605-4c56-9552-db243c357c41" providerId="ADAL" clId="{6D2909A9-3A4F-4FEC-8B51-C25A7D9A5774}" dt="2026-05-15T10:06:11.411" v="8217" actId="6549"/>
        <pc:sldMkLst>
          <pc:docMk/>
          <pc:sldMk cId="0" sldId="263"/>
        </pc:sldMkLst>
        <pc:spChg chg="mod">
          <ac:chgData name="Surajit Middya" userId="4ddb1ac2-4605-4c56-9552-db243c357c41" providerId="ADAL" clId="{6D2909A9-3A4F-4FEC-8B51-C25A7D9A5774}" dt="2026-05-15T10:06:11.411" v="8217" actId="6549"/>
          <ac:spMkLst>
            <pc:docMk/>
            <pc:sldMk cId="0" sldId="263"/>
            <ac:spMk id="5" creationId="{00000000-0000-0000-0000-000000000000}"/>
          </ac:spMkLst>
        </pc:spChg>
        <pc:graphicFrameChg chg="mod modGraphic">
          <ac:chgData name="Surajit Middya" userId="4ddb1ac2-4605-4c56-9552-db243c357c41" providerId="ADAL" clId="{6D2909A9-3A4F-4FEC-8B51-C25A7D9A5774}" dt="2026-05-15T10:05:52.551" v="8193" actId="20577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  <pc:sldChg chg="delSp modSp mod">
        <pc:chgData name="Surajit Middya" userId="4ddb1ac2-4605-4c56-9552-db243c357c41" providerId="ADAL" clId="{6D2909A9-3A4F-4FEC-8B51-C25A7D9A5774}" dt="2026-05-15T10:32:07.188" v="8971" actId="20577"/>
        <pc:sldMkLst>
          <pc:docMk/>
          <pc:sldMk cId="0" sldId="264"/>
        </pc:sldMkLst>
        <pc:spChg chg="mod">
          <ac:chgData name="Surajit Middya" userId="4ddb1ac2-4605-4c56-9552-db243c357c41" providerId="ADAL" clId="{6D2909A9-3A4F-4FEC-8B51-C25A7D9A5774}" dt="2026-05-15T06:59:21.767" v="2773" actId="103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6:59:27.457" v="2799" actId="103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6:59:21.767" v="2773" actId="1036"/>
          <ac:spMkLst>
            <pc:docMk/>
            <pc:sldMk cId="0" sldId="264"/>
            <ac:spMk id="14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6:59:21.767" v="2773" actId="1036"/>
          <ac:spMkLst>
            <pc:docMk/>
            <pc:sldMk cId="0" sldId="264"/>
            <ac:spMk id="15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6:59:04.700" v="2713" actId="1035"/>
          <ac:spMkLst>
            <pc:docMk/>
            <pc:sldMk cId="0" sldId="264"/>
            <ac:spMk id="16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6:59:09.361" v="2746" actId="1036"/>
          <ac:spMkLst>
            <pc:docMk/>
            <pc:sldMk cId="0" sldId="264"/>
            <ac:spMk id="17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6:59:04.700" v="2713" actId="1035"/>
          <ac:spMkLst>
            <pc:docMk/>
            <pc:sldMk cId="0" sldId="264"/>
            <ac:spMk id="19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6:59:04.700" v="2713" actId="1035"/>
          <ac:spMkLst>
            <pc:docMk/>
            <pc:sldMk cId="0" sldId="264"/>
            <ac:spMk id="20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6:58:39.227" v="2672" actId="478"/>
          <ac:spMkLst>
            <pc:docMk/>
            <pc:sldMk cId="0" sldId="264"/>
            <ac:spMk id="21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6:58:48.941" v="2675" actId="478"/>
          <ac:spMkLst>
            <pc:docMk/>
            <pc:sldMk cId="0" sldId="264"/>
            <ac:spMk id="22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06:58:46.501" v="2674" actId="478"/>
          <ac:spMkLst>
            <pc:docMk/>
            <pc:sldMk cId="0" sldId="264"/>
            <ac:spMk id="24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06:58:51.508" v="2676" actId="478"/>
          <ac:spMkLst>
            <pc:docMk/>
            <pc:sldMk cId="0" sldId="264"/>
            <ac:spMk id="25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02:00.494" v="2950" actId="1035"/>
          <ac:spMkLst>
            <pc:docMk/>
            <pc:sldMk cId="0" sldId="264"/>
            <ac:spMk id="26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02:44.263" v="2968" actId="1036"/>
          <ac:spMkLst>
            <pc:docMk/>
            <pc:sldMk cId="0" sldId="264"/>
            <ac:spMk id="27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02:32.004" v="2961" actId="1036"/>
          <ac:spMkLst>
            <pc:docMk/>
            <pc:sldMk cId="0" sldId="264"/>
            <ac:spMk id="28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02:32.004" v="2961" actId="1036"/>
          <ac:spMkLst>
            <pc:docMk/>
            <pc:sldMk cId="0" sldId="264"/>
            <ac:spMk id="30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02:32.004" v="2961" actId="1036"/>
          <ac:spMkLst>
            <pc:docMk/>
            <pc:sldMk cId="0" sldId="264"/>
            <ac:spMk id="31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02:32.004" v="2961" actId="1036"/>
          <ac:spMkLst>
            <pc:docMk/>
            <pc:sldMk cId="0" sldId="264"/>
            <ac:spMk id="33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02:32.004" v="2961" actId="1036"/>
          <ac:spMkLst>
            <pc:docMk/>
            <pc:sldMk cId="0" sldId="264"/>
            <ac:spMk id="34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02:32.004" v="2961" actId="1036"/>
          <ac:spMkLst>
            <pc:docMk/>
            <pc:sldMk cId="0" sldId="264"/>
            <ac:spMk id="35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02:32.004" v="2961" actId="1036"/>
          <ac:spMkLst>
            <pc:docMk/>
            <pc:sldMk cId="0" sldId="264"/>
            <ac:spMk id="36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02:32.004" v="2961" actId="1036"/>
          <ac:spMkLst>
            <pc:docMk/>
            <pc:sldMk cId="0" sldId="264"/>
            <ac:spMk id="38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02:32.004" v="2961" actId="1036"/>
          <ac:spMkLst>
            <pc:docMk/>
            <pc:sldMk cId="0" sldId="264"/>
            <ac:spMk id="39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02:32.004" v="2961" actId="1036"/>
          <ac:spMkLst>
            <pc:docMk/>
            <pc:sldMk cId="0" sldId="264"/>
            <ac:spMk id="41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10:32:07.188" v="8971" actId="20577"/>
          <ac:spMkLst>
            <pc:docMk/>
            <pc:sldMk cId="0" sldId="264"/>
            <ac:spMk id="42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7:01:18.389" v="2942" actId="478"/>
          <ac:spMkLst>
            <pc:docMk/>
            <pc:sldMk cId="0" sldId="264"/>
            <ac:spMk id="43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7:01:09.167" v="2939" actId="478"/>
          <ac:spMkLst>
            <pc:docMk/>
            <pc:sldMk cId="0" sldId="264"/>
            <ac:spMk id="44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7:01:12.493" v="2940" actId="478"/>
          <ac:spMkLst>
            <pc:docMk/>
            <pc:sldMk cId="0" sldId="264"/>
            <ac:spMk id="45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7:01:15.849" v="2941" actId="478"/>
          <ac:spMkLst>
            <pc:docMk/>
            <pc:sldMk cId="0" sldId="264"/>
            <ac:spMk id="46" creationId="{00000000-0000-0000-0000-000000000000}"/>
          </ac:spMkLst>
        </pc:spChg>
        <pc:picChg chg="mod">
          <ac:chgData name="Surajit Middya" userId="4ddb1ac2-4605-4c56-9552-db243c357c41" providerId="ADAL" clId="{6D2909A9-3A4F-4FEC-8B51-C25A7D9A5774}" dt="2026-05-15T06:59:21.767" v="2773" actId="1036"/>
          <ac:picMkLst>
            <pc:docMk/>
            <pc:sldMk cId="0" sldId="264"/>
            <ac:picMk id="13" creationId="{00000000-0000-0000-0000-000000000000}"/>
          </ac:picMkLst>
        </pc:picChg>
        <pc:picChg chg="mod">
          <ac:chgData name="Surajit Middya" userId="4ddb1ac2-4605-4c56-9552-db243c357c41" providerId="ADAL" clId="{6D2909A9-3A4F-4FEC-8B51-C25A7D9A5774}" dt="2026-05-15T06:59:04.700" v="2713" actId="1035"/>
          <ac:picMkLst>
            <pc:docMk/>
            <pc:sldMk cId="0" sldId="264"/>
            <ac:picMk id="18" creationId="{00000000-0000-0000-0000-000000000000}"/>
          </ac:picMkLst>
        </pc:picChg>
        <pc:picChg chg="del">
          <ac:chgData name="Surajit Middya" userId="4ddb1ac2-4605-4c56-9552-db243c357c41" providerId="ADAL" clId="{6D2909A9-3A4F-4FEC-8B51-C25A7D9A5774}" dt="2026-05-15T06:58:43.660" v="2673" actId="478"/>
          <ac:picMkLst>
            <pc:docMk/>
            <pc:sldMk cId="0" sldId="264"/>
            <ac:picMk id="23" creationId="{00000000-0000-0000-0000-000000000000}"/>
          </ac:picMkLst>
        </pc:picChg>
      </pc:sldChg>
      <pc:sldChg chg="delSp modSp mod">
        <pc:chgData name="Surajit Middya" userId="4ddb1ac2-4605-4c56-9552-db243c357c41" providerId="ADAL" clId="{6D2909A9-3A4F-4FEC-8B51-C25A7D9A5774}" dt="2026-05-15T10:24:39.937" v="8932" actId="20577"/>
        <pc:sldMkLst>
          <pc:docMk/>
          <pc:sldMk cId="0" sldId="265"/>
        </pc:sldMkLst>
        <pc:spChg chg="mod">
          <ac:chgData name="Surajit Middya" userId="4ddb1ac2-4605-4c56-9552-db243c357c41" providerId="ADAL" clId="{6D2909A9-3A4F-4FEC-8B51-C25A7D9A5774}" dt="2026-05-15T10:10:56.918" v="8226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10:13:45.993" v="8367" actId="20577"/>
          <ac:spMkLst>
            <pc:docMk/>
            <pc:sldMk cId="0" sldId="265"/>
            <ac:spMk id="12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7:17:33.539" v="3471" actId="478"/>
          <ac:spMkLst>
            <pc:docMk/>
            <pc:sldMk cId="0" sldId="265"/>
            <ac:spMk id="13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08:21.992" v="3000" actId="20577"/>
          <ac:spMkLst>
            <pc:docMk/>
            <pc:sldMk cId="0" sldId="265"/>
            <ac:spMk id="16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10:15:03.558" v="8458" actId="20577"/>
          <ac:spMkLst>
            <pc:docMk/>
            <pc:sldMk cId="0" sldId="265"/>
            <ac:spMk id="20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7:17:37.393" v="3472" actId="478"/>
          <ac:spMkLst>
            <pc:docMk/>
            <pc:sldMk cId="0" sldId="265"/>
            <ac:spMk id="21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08:29.705" v="3013" actId="20577"/>
          <ac:spMkLst>
            <pc:docMk/>
            <pc:sldMk cId="0" sldId="265"/>
            <ac:spMk id="24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08:57.503" v="3063" actId="20577"/>
          <ac:spMkLst>
            <pc:docMk/>
            <pc:sldMk cId="0" sldId="265"/>
            <ac:spMk id="27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10:16:03.131" v="8532" actId="20577"/>
          <ac:spMkLst>
            <pc:docMk/>
            <pc:sldMk cId="0" sldId="265"/>
            <ac:spMk id="28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7:17:40.743" v="3473" actId="478"/>
          <ac:spMkLst>
            <pc:docMk/>
            <pc:sldMk cId="0" sldId="265"/>
            <ac:spMk id="29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25:14.591" v="3550" actId="207"/>
          <ac:spMkLst>
            <pc:docMk/>
            <pc:sldMk cId="0" sldId="265"/>
            <ac:spMk id="30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14:35.088" v="3349" actId="207"/>
          <ac:spMkLst>
            <pc:docMk/>
            <pc:sldMk cId="0" sldId="265"/>
            <ac:spMk id="31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10:06.219" v="3097" actId="6549"/>
          <ac:spMkLst>
            <pc:docMk/>
            <pc:sldMk cId="0" sldId="265"/>
            <ac:spMk id="32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10:18:37.131" v="8775" actId="20577"/>
          <ac:spMkLst>
            <pc:docMk/>
            <pc:sldMk cId="0" sldId="265"/>
            <ac:spMk id="36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7:17:44.836" v="3474" actId="478"/>
          <ac:spMkLst>
            <pc:docMk/>
            <pc:sldMk cId="0" sldId="265"/>
            <ac:spMk id="37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14:38.457" v="3350" actId="207"/>
          <ac:spMkLst>
            <pc:docMk/>
            <pc:sldMk cId="0" sldId="265"/>
            <ac:spMk id="39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10:12.761" v="3112" actId="20577"/>
          <ac:spMkLst>
            <pc:docMk/>
            <pc:sldMk cId="0" sldId="265"/>
            <ac:spMk id="40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10:54.795" v="3156" actId="20577"/>
          <ac:spMkLst>
            <pc:docMk/>
            <pc:sldMk cId="0" sldId="265"/>
            <ac:spMk id="43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10:22:36.786" v="8859" actId="20577"/>
          <ac:spMkLst>
            <pc:docMk/>
            <pc:sldMk cId="0" sldId="265"/>
            <ac:spMk id="44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7:17:51.131" v="3475" actId="478"/>
          <ac:spMkLst>
            <pc:docMk/>
            <pc:sldMk cId="0" sldId="265"/>
            <ac:spMk id="45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14:41.913" v="3351" actId="207"/>
          <ac:spMkLst>
            <pc:docMk/>
            <pc:sldMk cId="0" sldId="265"/>
            <ac:spMk id="47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10:20.130" v="3127" actId="20577"/>
          <ac:spMkLst>
            <pc:docMk/>
            <pc:sldMk cId="0" sldId="265"/>
            <ac:spMk id="48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13:28.319" v="3348" actId="20577"/>
          <ac:spMkLst>
            <pc:docMk/>
            <pc:sldMk cId="0" sldId="265"/>
            <ac:spMk id="51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10:24:39.937" v="8932" actId="20577"/>
          <ac:spMkLst>
            <pc:docMk/>
            <pc:sldMk cId="0" sldId="265"/>
            <ac:spMk id="52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7:17:54.342" v="3476" actId="478"/>
          <ac:spMkLst>
            <pc:docMk/>
            <pc:sldMk cId="0" sldId="265"/>
            <ac:spMk id="53" creationId="{00000000-0000-0000-0000-000000000000}"/>
          </ac:spMkLst>
        </pc:spChg>
      </pc:sldChg>
      <pc:sldChg chg="addSp delSp modSp mod">
        <pc:chgData name="Surajit Middya" userId="4ddb1ac2-4605-4c56-9552-db243c357c41" providerId="ADAL" clId="{6D2909A9-3A4F-4FEC-8B51-C25A7D9A5774}" dt="2026-05-15T11:12:17.566" v="9380" actId="207"/>
        <pc:sldMkLst>
          <pc:docMk/>
          <pc:sldMk cId="0" sldId="266"/>
        </pc:sldMkLst>
        <pc:spChg chg="mod">
          <ac:chgData name="Surajit Middya" userId="4ddb1ac2-4605-4c56-9552-db243c357c41" providerId="ADAL" clId="{6D2909A9-3A4F-4FEC-8B51-C25A7D9A5774}" dt="2026-05-15T11:12:05.831" v="9379" actId="207"/>
          <ac:spMkLst>
            <pc:docMk/>
            <pc:sldMk cId="0" sldId="266"/>
            <ac:spMk id="6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42:27.773" v="4177" actId="20577"/>
          <ac:spMkLst>
            <pc:docMk/>
            <pc:sldMk cId="0" sldId="266"/>
            <ac:spMk id="7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38:22.930" v="3838" actId="1036"/>
          <ac:spMkLst>
            <pc:docMk/>
            <pc:sldMk cId="0" sldId="266"/>
            <ac:spMk id="8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38:22.930" v="3838" actId="1036"/>
          <ac:spMkLst>
            <pc:docMk/>
            <pc:sldMk cId="0" sldId="266"/>
            <ac:spMk id="9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38:22.930" v="3838" actId="103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42:59.095" v="4190" actId="103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38:22.930" v="3838" actId="103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43:26.532" v="4218" actId="20577"/>
          <ac:spMkLst>
            <pc:docMk/>
            <pc:sldMk cId="0" sldId="266"/>
            <ac:spMk id="13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38:22.930" v="3838" actId="103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43:38.542" v="4232" actId="1035"/>
          <ac:spMkLst>
            <pc:docMk/>
            <pc:sldMk cId="0" sldId="266"/>
            <ac:spMk id="15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38:51.780" v="3864" actId="1036"/>
          <ac:spMkLst>
            <pc:docMk/>
            <pc:sldMk cId="0" sldId="266"/>
            <ac:spMk id="16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38:51.780" v="3864" actId="103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38:51.780" v="3864" actId="1036"/>
          <ac:spMkLst>
            <pc:docMk/>
            <pc:sldMk cId="0" sldId="266"/>
            <ac:spMk id="18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38:51.780" v="3864" actId="1036"/>
          <ac:spMkLst>
            <pc:docMk/>
            <pc:sldMk cId="0" sldId="266"/>
            <ac:spMk id="19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38:51.780" v="3864" actId="1036"/>
          <ac:spMkLst>
            <pc:docMk/>
            <pc:sldMk cId="0" sldId="266"/>
            <ac:spMk id="20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38:51.780" v="3864" actId="1036"/>
          <ac:spMkLst>
            <pc:docMk/>
            <pc:sldMk cId="0" sldId="266"/>
            <ac:spMk id="21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38:51.780" v="3864" actId="1036"/>
          <ac:spMkLst>
            <pc:docMk/>
            <pc:sldMk cId="0" sldId="266"/>
            <ac:spMk id="22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38:51.780" v="3864" actId="1036"/>
          <ac:spMkLst>
            <pc:docMk/>
            <pc:sldMk cId="0" sldId="266"/>
            <ac:spMk id="23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38:51.780" v="3864" actId="1036"/>
          <ac:spMkLst>
            <pc:docMk/>
            <pc:sldMk cId="0" sldId="266"/>
            <ac:spMk id="24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38:51.780" v="3864" actId="1036"/>
          <ac:spMkLst>
            <pc:docMk/>
            <pc:sldMk cId="0" sldId="266"/>
            <ac:spMk id="25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37:11.891" v="3607" actId="1036"/>
          <ac:spMkLst>
            <pc:docMk/>
            <pc:sldMk cId="0" sldId="266"/>
            <ac:spMk id="26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38:02.860" v="3818" actId="1036"/>
          <ac:spMkLst>
            <pc:docMk/>
            <pc:sldMk cId="0" sldId="266"/>
            <ac:spMk id="27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37:11.891" v="3607" actId="1036"/>
          <ac:spMkLst>
            <pc:docMk/>
            <pc:sldMk cId="0" sldId="266"/>
            <ac:spMk id="28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37:11.891" v="3607" actId="1036"/>
          <ac:spMkLst>
            <pc:docMk/>
            <pc:sldMk cId="0" sldId="266"/>
            <ac:spMk id="29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38:02.860" v="3818" actId="1036"/>
          <ac:spMkLst>
            <pc:docMk/>
            <pc:sldMk cId="0" sldId="266"/>
            <ac:spMk id="30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37:11.891" v="3607" actId="1036"/>
          <ac:spMkLst>
            <pc:docMk/>
            <pc:sldMk cId="0" sldId="266"/>
            <ac:spMk id="31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37:11.891" v="3607" actId="1036"/>
          <ac:spMkLst>
            <pc:docMk/>
            <pc:sldMk cId="0" sldId="266"/>
            <ac:spMk id="32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37:11.891" v="3607" actId="1036"/>
          <ac:spMkLst>
            <pc:docMk/>
            <pc:sldMk cId="0" sldId="266"/>
            <ac:spMk id="33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38:02.860" v="3818" actId="1036"/>
          <ac:spMkLst>
            <pc:docMk/>
            <pc:sldMk cId="0" sldId="266"/>
            <ac:spMk id="34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37:11.891" v="3607" actId="1036"/>
          <ac:spMkLst>
            <pc:docMk/>
            <pc:sldMk cId="0" sldId="266"/>
            <ac:spMk id="35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38:02.860" v="3818" actId="1036"/>
          <ac:spMkLst>
            <pc:docMk/>
            <pc:sldMk cId="0" sldId="266"/>
            <ac:spMk id="36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38:02.860" v="3818" actId="1036"/>
          <ac:spMkLst>
            <pc:docMk/>
            <pc:sldMk cId="0" sldId="266"/>
            <ac:spMk id="38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38:02.860" v="3818" actId="1036"/>
          <ac:spMkLst>
            <pc:docMk/>
            <pc:sldMk cId="0" sldId="266"/>
            <ac:spMk id="39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38:02.860" v="3818" actId="1036"/>
          <ac:spMkLst>
            <pc:docMk/>
            <pc:sldMk cId="0" sldId="266"/>
            <ac:spMk id="43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7:29:34.181" v="3558" actId="478"/>
          <ac:spMkLst>
            <pc:docMk/>
            <pc:sldMk cId="0" sldId="266"/>
            <ac:spMk id="46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7:45:48.954" v="4234" actId="478"/>
          <ac:spMkLst>
            <pc:docMk/>
            <pc:sldMk cId="0" sldId="266"/>
            <ac:spMk id="47" creationId="{00000000-0000-0000-0000-000000000000}"/>
          </ac:spMkLst>
        </pc:spChg>
        <pc:spChg chg="add mod">
          <ac:chgData name="Surajit Middya" userId="4ddb1ac2-4605-4c56-9552-db243c357c41" providerId="ADAL" clId="{6D2909A9-3A4F-4FEC-8B51-C25A7D9A5774}" dt="2026-05-15T11:12:17.566" v="9380" actId="207"/>
          <ac:spMkLst>
            <pc:docMk/>
            <pc:sldMk cId="0" sldId="266"/>
            <ac:spMk id="49" creationId="{6295296F-6C16-3FB7-7303-AFD1DD2DBADA}"/>
          </ac:spMkLst>
        </pc:spChg>
        <pc:spChg chg="add mod">
          <ac:chgData name="Surajit Middya" userId="4ddb1ac2-4605-4c56-9552-db243c357c41" providerId="ADAL" clId="{6D2909A9-3A4F-4FEC-8B51-C25A7D9A5774}" dt="2026-05-15T07:39:49.956" v="3942" actId="20577"/>
          <ac:spMkLst>
            <pc:docMk/>
            <pc:sldMk cId="0" sldId="266"/>
            <ac:spMk id="51" creationId="{BF572FF8-E435-339B-A16E-B9B62BE4A50C}"/>
          </ac:spMkLst>
        </pc:spChg>
        <pc:spChg chg="add mod">
          <ac:chgData name="Surajit Middya" userId="4ddb1ac2-4605-4c56-9552-db243c357c41" providerId="ADAL" clId="{6D2909A9-3A4F-4FEC-8B51-C25A7D9A5774}" dt="2026-05-15T07:37:44.238" v="3754" actId="1035"/>
          <ac:spMkLst>
            <pc:docMk/>
            <pc:sldMk cId="0" sldId="266"/>
            <ac:spMk id="53" creationId="{211AD5AE-A6F2-5E5C-006F-64074B8B3162}"/>
          </ac:spMkLst>
        </pc:spChg>
        <pc:spChg chg="add mod">
          <ac:chgData name="Surajit Middya" userId="4ddb1ac2-4605-4c56-9552-db243c357c41" providerId="ADAL" clId="{6D2909A9-3A4F-4FEC-8B51-C25A7D9A5774}" dt="2026-05-15T07:40:01.588" v="3962" actId="20577"/>
          <ac:spMkLst>
            <pc:docMk/>
            <pc:sldMk cId="0" sldId="266"/>
            <ac:spMk id="55" creationId="{39D1B71D-6423-F49F-799D-80A8ADC74FB8}"/>
          </ac:spMkLst>
        </pc:spChg>
        <pc:spChg chg="add mod">
          <ac:chgData name="Surajit Middya" userId="4ddb1ac2-4605-4c56-9552-db243c357c41" providerId="ADAL" clId="{6D2909A9-3A4F-4FEC-8B51-C25A7D9A5774}" dt="2026-05-15T07:37:44.238" v="3754" actId="1035"/>
          <ac:spMkLst>
            <pc:docMk/>
            <pc:sldMk cId="0" sldId="266"/>
            <ac:spMk id="57" creationId="{3AE06C0F-6F68-17EB-EBC3-7E5581A16D9C}"/>
          </ac:spMkLst>
        </pc:spChg>
        <pc:spChg chg="add mod">
          <ac:chgData name="Surajit Middya" userId="4ddb1ac2-4605-4c56-9552-db243c357c41" providerId="ADAL" clId="{6D2909A9-3A4F-4FEC-8B51-C25A7D9A5774}" dt="2026-05-15T07:40:13.834" v="3982" actId="1036"/>
          <ac:spMkLst>
            <pc:docMk/>
            <pc:sldMk cId="0" sldId="266"/>
            <ac:spMk id="59" creationId="{F13AF8BE-9F0E-1801-DEF4-4B0ADFFF467A}"/>
          </ac:spMkLst>
        </pc:spChg>
        <pc:spChg chg="add mod">
          <ac:chgData name="Surajit Middya" userId="4ddb1ac2-4605-4c56-9552-db243c357c41" providerId="ADAL" clId="{6D2909A9-3A4F-4FEC-8B51-C25A7D9A5774}" dt="2026-05-15T07:37:44.238" v="3754" actId="1035"/>
          <ac:spMkLst>
            <pc:docMk/>
            <pc:sldMk cId="0" sldId="266"/>
            <ac:spMk id="61" creationId="{45084CA5-6052-E2B1-2A40-085782AA08E2}"/>
          </ac:spMkLst>
        </pc:spChg>
        <pc:spChg chg="add mod">
          <ac:chgData name="Surajit Middya" userId="4ddb1ac2-4605-4c56-9552-db243c357c41" providerId="ADAL" clId="{6D2909A9-3A4F-4FEC-8B51-C25A7D9A5774}" dt="2026-05-15T07:40:43.224" v="4039" actId="1036"/>
          <ac:spMkLst>
            <pc:docMk/>
            <pc:sldMk cId="0" sldId="266"/>
            <ac:spMk id="63" creationId="{B69A3B7D-DCB9-594C-59E4-1F60BF43E8B5}"/>
          </ac:spMkLst>
        </pc:spChg>
        <pc:spChg chg="add mod">
          <ac:chgData name="Surajit Middya" userId="4ddb1ac2-4605-4c56-9552-db243c357c41" providerId="ADAL" clId="{6D2909A9-3A4F-4FEC-8B51-C25A7D9A5774}" dt="2026-05-15T07:37:44.238" v="3754" actId="1035"/>
          <ac:spMkLst>
            <pc:docMk/>
            <pc:sldMk cId="0" sldId="266"/>
            <ac:spMk id="65" creationId="{36A93187-3D17-CF16-5A72-3185A420040D}"/>
          </ac:spMkLst>
        </pc:spChg>
        <pc:spChg chg="add mod">
          <ac:chgData name="Surajit Middya" userId="4ddb1ac2-4605-4c56-9552-db243c357c41" providerId="ADAL" clId="{6D2909A9-3A4F-4FEC-8B51-C25A7D9A5774}" dt="2026-05-15T07:40:38.545" v="4032" actId="20577"/>
          <ac:spMkLst>
            <pc:docMk/>
            <pc:sldMk cId="0" sldId="266"/>
            <ac:spMk id="67" creationId="{70E55098-FE8F-9085-A059-311840E32948}"/>
          </ac:spMkLst>
        </pc:spChg>
        <pc:spChg chg="add mod">
          <ac:chgData name="Surajit Middya" userId="4ddb1ac2-4605-4c56-9552-db243c357c41" providerId="ADAL" clId="{6D2909A9-3A4F-4FEC-8B51-C25A7D9A5774}" dt="2026-05-15T07:49:14.630" v="4241" actId="1036"/>
          <ac:spMkLst>
            <pc:docMk/>
            <pc:sldMk cId="0" sldId="266"/>
            <ac:spMk id="69" creationId="{BED9EA75-70D1-8B30-4B21-24919D54D5B0}"/>
          </ac:spMkLst>
        </pc:spChg>
        <pc:spChg chg="add mod">
          <ac:chgData name="Surajit Middya" userId="4ddb1ac2-4605-4c56-9552-db243c357c41" providerId="ADAL" clId="{6D2909A9-3A4F-4FEC-8B51-C25A7D9A5774}" dt="2026-05-15T07:49:14.630" v="4241" actId="1036"/>
          <ac:spMkLst>
            <pc:docMk/>
            <pc:sldMk cId="0" sldId="266"/>
            <ac:spMk id="71" creationId="{83BABFB3-9F6C-22D1-70AB-B9CF27458AF6}"/>
          </ac:spMkLst>
        </pc:spChg>
        <pc:spChg chg="add mod">
          <ac:chgData name="Surajit Middya" userId="4ddb1ac2-4605-4c56-9552-db243c357c41" providerId="ADAL" clId="{6D2909A9-3A4F-4FEC-8B51-C25A7D9A5774}" dt="2026-05-15T07:49:14.630" v="4241" actId="1036"/>
          <ac:spMkLst>
            <pc:docMk/>
            <pc:sldMk cId="0" sldId="266"/>
            <ac:spMk id="73" creationId="{A7B29161-216C-A099-2A1A-6B76B5559980}"/>
          </ac:spMkLst>
        </pc:spChg>
        <pc:spChg chg="add mod">
          <ac:chgData name="Surajit Middya" userId="4ddb1ac2-4605-4c56-9552-db243c357c41" providerId="ADAL" clId="{6D2909A9-3A4F-4FEC-8B51-C25A7D9A5774}" dt="2026-05-15T07:49:14.630" v="4241" actId="1036"/>
          <ac:spMkLst>
            <pc:docMk/>
            <pc:sldMk cId="0" sldId="266"/>
            <ac:spMk id="75" creationId="{F28BC3EA-2056-3D58-79E2-6732AB8F204F}"/>
          </ac:spMkLst>
        </pc:spChg>
        <pc:spChg chg="add mod">
          <ac:chgData name="Surajit Middya" userId="4ddb1ac2-4605-4c56-9552-db243c357c41" providerId="ADAL" clId="{6D2909A9-3A4F-4FEC-8B51-C25A7D9A5774}" dt="2026-05-15T07:49:14.630" v="4241" actId="1036"/>
          <ac:spMkLst>
            <pc:docMk/>
            <pc:sldMk cId="0" sldId="266"/>
            <ac:spMk id="77" creationId="{88401A89-1601-EFBA-C148-5F121D9283B9}"/>
          </ac:spMkLst>
        </pc:spChg>
        <pc:spChg chg="add mod">
          <ac:chgData name="Surajit Middya" userId="4ddb1ac2-4605-4c56-9552-db243c357c41" providerId="ADAL" clId="{6D2909A9-3A4F-4FEC-8B51-C25A7D9A5774}" dt="2026-05-15T07:49:14.630" v="4241" actId="1036"/>
          <ac:spMkLst>
            <pc:docMk/>
            <pc:sldMk cId="0" sldId="266"/>
            <ac:spMk id="79" creationId="{B2DAA057-CD0A-73B6-C060-5A92C7927D81}"/>
          </ac:spMkLst>
        </pc:spChg>
        <pc:spChg chg="add mod">
          <ac:chgData name="Surajit Middya" userId="4ddb1ac2-4605-4c56-9552-db243c357c41" providerId="ADAL" clId="{6D2909A9-3A4F-4FEC-8B51-C25A7D9A5774}" dt="2026-05-15T07:49:14.630" v="4241" actId="1036"/>
          <ac:spMkLst>
            <pc:docMk/>
            <pc:sldMk cId="0" sldId="266"/>
            <ac:spMk id="81" creationId="{DAF0B19E-901E-1ABC-0482-658352C0123B}"/>
          </ac:spMkLst>
        </pc:spChg>
        <pc:spChg chg="add mod">
          <ac:chgData name="Surajit Middya" userId="4ddb1ac2-4605-4c56-9552-db243c357c41" providerId="ADAL" clId="{6D2909A9-3A4F-4FEC-8B51-C25A7D9A5774}" dt="2026-05-15T07:49:14.630" v="4241" actId="1036"/>
          <ac:spMkLst>
            <pc:docMk/>
            <pc:sldMk cId="0" sldId="266"/>
            <ac:spMk id="83" creationId="{8E74913A-12F4-2B6F-F08D-07E15E6392C1}"/>
          </ac:spMkLst>
        </pc:spChg>
        <pc:spChg chg="add mod">
          <ac:chgData name="Surajit Middya" userId="4ddb1ac2-4605-4c56-9552-db243c357c41" providerId="ADAL" clId="{6D2909A9-3A4F-4FEC-8B51-C25A7D9A5774}" dt="2026-05-15T07:49:14.630" v="4241" actId="1036"/>
          <ac:spMkLst>
            <pc:docMk/>
            <pc:sldMk cId="0" sldId="266"/>
            <ac:spMk id="85" creationId="{CD2E6C3B-6C57-63AD-F165-390A7225EDD6}"/>
          </ac:spMkLst>
        </pc:spChg>
        <pc:spChg chg="add mod">
          <ac:chgData name="Surajit Middya" userId="4ddb1ac2-4605-4c56-9552-db243c357c41" providerId="ADAL" clId="{6D2909A9-3A4F-4FEC-8B51-C25A7D9A5774}" dt="2026-05-15T07:49:14.630" v="4241" actId="1036"/>
          <ac:spMkLst>
            <pc:docMk/>
            <pc:sldMk cId="0" sldId="266"/>
            <ac:spMk id="87" creationId="{63841560-9B78-EE4C-1789-F249BCF98168}"/>
          </ac:spMkLst>
        </pc:spChg>
      </pc:sldChg>
      <pc:sldChg chg="addSp delSp modSp mod">
        <pc:chgData name="Surajit Middya" userId="4ddb1ac2-4605-4c56-9552-db243c357c41" providerId="ADAL" clId="{6D2909A9-3A4F-4FEC-8B51-C25A7D9A5774}" dt="2026-05-15T11:50:05.189" v="9694" actId="6549"/>
        <pc:sldMkLst>
          <pc:docMk/>
          <pc:sldMk cId="0" sldId="267"/>
        </pc:sldMkLst>
        <pc:spChg chg="mod">
          <ac:chgData name="Surajit Middya" userId="4ddb1ac2-4605-4c56-9552-db243c357c41" providerId="ADAL" clId="{6D2909A9-3A4F-4FEC-8B51-C25A7D9A5774}" dt="2026-05-15T11:50:05.189" v="9694" actId="6549"/>
          <ac:spMkLst>
            <pc:docMk/>
            <pc:sldMk cId="0" sldId="267"/>
            <ac:spMk id="4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11:18:07.755" v="9476" actId="207"/>
          <ac:spMkLst>
            <pc:docMk/>
            <pc:sldMk cId="0" sldId="267"/>
            <ac:spMk id="6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11:15:42.605" v="9398" actId="20577"/>
          <ac:spMkLst>
            <pc:docMk/>
            <pc:sldMk cId="0" sldId="267"/>
            <ac:spMk id="7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11:15:46.323" v="9399" actId="478"/>
          <ac:spMkLst>
            <pc:docMk/>
            <pc:sldMk cId="0" sldId="267"/>
            <ac:spMk id="8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10:47:07.217" v="9126" actId="478"/>
          <ac:spMkLst>
            <pc:docMk/>
            <pc:sldMk cId="0" sldId="267"/>
            <ac:spMk id="9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10:47:10.472" v="9127" actId="478"/>
          <ac:spMkLst>
            <pc:docMk/>
            <pc:sldMk cId="0" sldId="267"/>
            <ac:spMk id="10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11:15:49.372" v="9400" actId="478"/>
          <ac:spMkLst>
            <pc:docMk/>
            <pc:sldMk cId="0" sldId="267"/>
            <ac:spMk id="11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7:53:50.851" v="4322" actId="478"/>
          <ac:spMkLst>
            <pc:docMk/>
            <pc:sldMk cId="0" sldId="267"/>
            <ac:spMk id="12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7:53:55.964" v="4325" actId="478"/>
          <ac:spMkLst>
            <pc:docMk/>
            <pc:sldMk cId="0" sldId="267"/>
            <ac:spMk id="13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7:53:58.714" v="4326" actId="478"/>
          <ac:spMkLst>
            <pc:docMk/>
            <pc:sldMk cId="0" sldId="267"/>
            <ac:spMk id="14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7:54:03.487" v="4327" actId="478"/>
          <ac:spMkLst>
            <pc:docMk/>
            <pc:sldMk cId="0" sldId="267"/>
            <ac:spMk id="15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11:15:52.053" v="9401" actId="478"/>
          <ac:spMkLst>
            <pc:docMk/>
            <pc:sldMk cId="0" sldId="267"/>
            <ac:spMk id="16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10:47:13.029" v="9128" actId="478"/>
          <ac:spMkLst>
            <pc:docMk/>
            <pc:sldMk cId="0" sldId="267"/>
            <ac:spMk id="17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10:47:15.819" v="9129" actId="478"/>
          <ac:spMkLst>
            <pc:docMk/>
            <pc:sldMk cId="0" sldId="267"/>
            <ac:spMk id="18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11:15:55.604" v="9402" actId="478"/>
          <ac:spMkLst>
            <pc:docMk/>
            <pc:sldMk cId="0" sldId="267"/>
            <ac:spMk id="19" creationId="{00000000-0000-0000-0000-000000000000}"/>
          </ac:spMkLst>
        </pc:spChg>
        <pc:spChg chg="add del mod">
          <ac:chgData name="Surajit Middya" userId="4ddb1ac2-4605-4c56-9552-db243c357c41" providerId="ADAL" clId="{6D2909A9-3A4F-4FEC-8B51-C25A7D9A5774}" dt="2026-05-15T11:17:15.030" v="9463" actId="478"/>
          <ac:spMkLst>
            <pc:docMk/>
            <pc:sldMk cId="0" sldId="267"/>
            <ac:spMk id="20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10:47:18.329" v="9130" actId="478"/>
          <ac:spMkLst>
            <pc:docMk/>
            <pc:sldMk cId="0" sldId="267"/>
            <ac:spMk id="21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10:47:21.754" v="9131" actId="478"/>
          <ac:spMkLst>
            <pc:docMk/>
            <pc:sldMk cId="0" sldId="267"/>
            <ac:spMk id="22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11:35:01.265" v="9536" actId="2710"/>
          <ac:spMkLst>
            <pc:docMk/>
            <pc:sldMk cId="0" sldId="267"/>
            <ac:spMk id="23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11:17:17.817" v="9464" actId="478"/>
          <ac:spMkLst>
            <pc:docMk/>
            <pc:sldMk cId="0" sldId="267"/>
            <ac:spMk id="24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10:47:30.007" v="9133" actId="478"/>
          <ac:spMkLst>
            <pc:docMk/>
            <pc:sldMk cId="0" sldId="267"/>
            <ac:spMk id="25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10:47:25.144" v="9132" actId="478"/>
          <ac:spMkLst>
            <pc:docMk/>
            <pc:sldMk cId="0" sldId="267"/>
            <ac:spMk id="26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11:17:20.776" v="9465" actId="478"/>
          <ac:spMkLst>
            <pc:docMk/>
            <pc:sldMk cId="0" sldId="267"/>
            <ac:spMk id="27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02:13.831" v="5003" actId="1076"/>
          <ac:spMkLst>
            <pc:docMk/>
            <pc:sldMk cId="0" sldId="267"/>
            <ac:spMk id="28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10:43:19.828" v="9125" actId="1036"/>
          <ac:spMkLst>
            <pc:docMk/>
            <pc:sldMk cId="0" sldId="267"/>
            <ac:spMk id="31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03:12.973" v="5153" actId="1036"/>
          <ac:spMkLst>
            <pc:docMk/>
            <pc:sldMk cId="0" sldId="267"/>
            <ac:spMk id="32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7:57:28.073" v="4504" actId="478"/>
          <ac:spMkLst>
            <pc:docMk/>
            <pc:sldMk cId="0" sldId="267"/>
            <ac:spMk id="33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59:41.678" v="4695" actId="1035"/>
          <ac:spMkLst>
            <pc:docMk/>
            <pc:sldMk cId="0" sldId="267"/>
            <ac:spMk id="35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7:59:48.097" v="4716" actId="1037"/>
          <ac:spMkLst>
            <pc:docMk/>
            <pc:sldMk cId="0" sldId="267"/>
            <ac:spMk id="36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7:57:32.106" v="4505" actId="478"/>
          <ac:spMkLst>
            <pc:docMk/>
            <pc:sldMk cId="0" sldId="267"/>
            <ac:spMk id="37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00:51.891" v="4849" actId="1035"/>
          <ac:spMkLst>
            <pc:docMk/>
            <pc:sldMk cId="0" sldId="267"/>
            <ac:spMk id="39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01:03.403" v="4860" actId="1036"/>
          <ac:spMkLst>
            <pc:docMk/>
            <pc:sldMk cId="0" sldId="267"/>
            <ac:spMk id="40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7:57:36.473" v="4506" actId="478"/>
          <ac:spMkLst>
            <pc:docMk/>
            <pc:sldMk cId="0" sldId="267"/>
            <ac:spMk id="41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01:38.654" v="4968" actId="20577"/>
          <ac:spMkLst>
            <pc:docMk/>
            <pc:sldMk cId="0" sldId="267"/>
            <ac:spMk id="43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02:10.742" v="5001" actId="1035"/>
          <ac:spMkLst>
            <pc:docMk/>
            <pc:sldMk cId="0" sldId="267"/>
            <ac:spMk id="44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7:57:39.221" v="4507" actId="478"/>
          <ac:spMkLst>
            <pc:docMk/>
            <pc:sldMk cId="0" sldId="267"/>
            <ac:spMk id="45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02:37.232" v="5104" actId="1035"/>
          <ac:spMkLst>
            <pc:docMk/>
            <pc:sldMk cId="0" sldId="267"/>
            <ac:spMk id="47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03:18.890" v="5156" actId="1037"/>
          <ac:spMkLst>
            <pc:docMk/>
            <pc:sldMk cId="0" sldId="267"/>
            <ac:spMk id="48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7:57:42.020" v="4508" actId="478"/>
          <ac:spMkLst>
            <pc:docMk/>
            <pc:sldMk cId="0" sldId="267"/>
            <ac:spMk id="49" creationId="{00000000-0000-0000-0000-000000000000}"/>
          </ac:spMkLst>
        </pc:spChg>
      </pc:sldChg>
      <pc:sldChg chg="modSp mod">
        <pc:chgData name="Surajit Middya" userId="4ddb1ac2-4605-4c56-9552-db243c357c41" providerId="ADAL" clId="{6D2909A9-3A4F-4FEC-8B51-C25A7D9A5774}" dt="2026-05-15T11:37:52.018" v="9567" actId="1035"/>
        <pc:sldMkLst>
          <pc:docMk/>
          <pc:sldMk cId="0" sldId="268"/>
        </pc:sldMkLst>
        <pc:spChg chg="mod">
          <ac:chgData name="Surajit Middya" userId="4ddb1ac2-4605-4c56-9552-db243c357c41" providerId="ADAL" clId="{6D2909A9-3A4F-4FEC-8B51-C25A7D9A5774}" dt="2026-05-15T10:35:01.440" v="8990" actId="20577"/>
          <ac:spMkLst>
            <pc:docMk/>
            <pc:sldMk cId="0" sldId="268"/>
            <ac:spMk id="5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11:37:52.018" v="9567" actId="1035"/>
          <ac:spMkLst>
            <pc:docMk/>
            <pc:sldMk cId="0" sldId="268"/>
            <ac:spMk id="18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09:01.772" v="5239" actId="20577"/>
          <ac:spMkLst>
            <pc:docMk/>
            <pc:sldMk cId="0" sldId="268"/>
            <ac:spMk id="42" creationId="{00000000-0000-0000-0000-000000000000}"/>
          </ac:spMkLst>
        </pc:spChg>
      </pc:sldChg>
      <pc:sldChg chg="addSp delSp modSp mod">
        <pc:chgData name="Surajit Middya" userId="4ddb1ac2-4605-4c56-9552-db243c357c41" providerId="ADAL" clId="{6D2909A9-3A4F-4FEC-8B51-C25A7D9A5774}" dt="2026-05-15T12:00:22.519" v="9811" actId="1035"/>
        <pc:sldMkLst>
          <pc:docMk/>
          <pc:sldMk cId="0" sldId="269"/>
        </pc:sldMkLst>
        <pc:spChg chg="del">
          <ac:chgData name="Surajit Middya" userId="4ddb1ac2-4605-4c56-9552-db243c357c41" providerId="ADAL" clId="{6D2909A9-3A4F-4FEC-8B51-C25A7D9A5774}" dt="2026-05-15T08:09:59.425" v="5247" actId="478"/>
          <ac:spMkLst>
            <pc:docMk/>
            <pc:sldMk cId="0" sldId="269"/>
            <ac:spMk id="6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12:07.956" v="5270" actId="478"/>
          <ac:spMkLst>
            <pc:docMk/>
            <pc:sldMk cId="0" sldId="269"/>
            <ac:spMk id="7" creationId="{00000000-0000-0000-0000-000000000000}"/>
          </ac:spMkLst>
        </pc:spChg>
        <pc:spChg chg="add del">
          <ac:chgData name="Surajit Middya" userId="4ddb1ac2-4605-4c56-9552-db243c357c41" providerId="ADAL" clId="{6D2909A9-3A4F-4FEC-8B51-C25A7D9A5774}" dt="2026-05-15T08:10:13.135" v="5251" actId="478"/>
          <ac:spMkLst>
            <pc:docMk/>
            <pc:sldMk cId="0" sldId="269"/>
            <ac:spMk id="8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10:07.899" v="5249" actId="478"/>
          <ac:spMkLst>
            <pc:docMk/>
            <pc:sldMk cId="0" sldId="269"/>
            <ac:spMk id="9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10:01.962" v="5248" actId="478"/>
          <ac:spMkLst>
            <pc:docMk/>
            <pc:sldMk cId="0" sldId="269"/>
            <ac:spMk id="10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11:13.142" v="5254" actId="478"/>
          <ac:spMkLst>
            <pc:docMk/>
            <pc:sldMk cId="0" sldId="269"/>
            <ac:spMk id="11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11:15.766" v="5255" actId="478"/>
          <ac:spMkLst>
            <pc:docMk/>
            <pc:sldMk cId="0" sldId="269"/>
            <ac:spMk id="12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11:18.330" v="5256" actId="478"/>
          <ac:spMkLst>
            <pc:docMk/>
            <pc:sldMk cId="0" sldId="269"/>
            <ac:spMk id="13" creationId="{00000000-0000-0000-0000-000000000000}"/>
          </ac:spMkLst>
        </pc:spChg>
        <pc:spChg chg="add del">
          <ac:chgData name="Surajit Middya" userId="4ddb1ac2-4605-4c56-9552-db243c357c41" providerId="ADAL" clId="{6D2909A9-3A4F-4FEC-8B51-C25A7D9A5774}" dt="2026-05-15T08:10:09.990" v="5250" actId="478"/>
          <ac:spMkLst>
            <pc:docMk/>
            <pc:sldMk cId="0" sldId="269"/>
            <ac:spMk id="14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11:21.199" v="5257" actId="478"/>
          <ac:spMkLst>
            <pc:docMk/>
            <pc:sldMk cId="0" sldId="269"/>
            <ac:spMk id="15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11:27.537" v="5258" actId="478"/>
          <ac:spMkLst>
            <pc:docMk/>
            <pc:sldMk cId="0" sldId="269"/>
            <ac:spMk id="16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11:30.033" v="5259" actId="478"/>
          <ac:spMkLst>
            <pc:docMk/>
            <pc:sldMk cId="0" sldId="269"/>
            <ac:spMk id="17" creationId="{00000000-0000-0000-0000-000000000000}"/>
          </ac:spMkLst>
        </pc:spChg>
        <pc:spChg chg="add del">
          <ac:chgData name="Surajit Middya" userId="4ddb1ac2-4605-4c56-9552-db243c357c41" providerId="ADAL" clId="{6D2909A9-3A4F-4FEC-8B51-C25A7D9A5774}" dt="2026-05-15T08:10:18.675" v="5252" actId="478"/>
          <ac:spMkLst>
            <pc:docMk/>
            <pc:sldMk cId="0" sldId="269"/>
            <ac:spMk id="18" creationId="{00000000-0000-0000-0000-000000000000}"/>
          </ac:spMkLst>
        </pc:spChg>
        <pc:spChg chg="add del">
          <ac:chgData name="Surajit Middya" userId="4ddb1ac2-4605-4c56-9552-db243c357c41" providerId="ADAL" clId="{6D2909A9-3A4F-4FEC-8B51-C25A7D9A5774}" dt="2026-05-15T08:11:32.248" v="5260" actId="478"/>
          <ac:spMkLst>
            <pc:docMk/>
            <pc:sldMk cId="0" sldId="269"/>
            <ac:spMk id="19" creationId="{00000000-0000-0000-0000-000000000000}"/>
          </ac:spMkLst>
        </pc:spChg>
        <pc:spChg chg="add del">
          <ac:chgData name="Surajit Middya" userId="4ddb1ac2-4605-4c56-9552-db243c357c41" providerId="ADAL" clId="{6D2909A9-3A4F-4FEC-8B51-C25A7D9A5774}" dt="2026-05-15T08:11:35.096" v="5261" actId="478"/>
          <ac:spMkLst>
            <pc:docMk/>
            <pc:sldMk cId="0" sldId="269"/>
            <ac:spMk id="20" creationId="{00000000-0000-0000-0000-000000000000}"/>
          </ac:spMkLst>
        </pc:spChg>
        <pc:spChg chg="add del">
          <ac:chgData name="Surajit Middya" userId="4ddb1ac2-4605-4c56-9552-db243c357c41" providerId="ADAL" clId="{6D2909A9-3A4F-4FEC-8B51-C25A7D9A5774}" dt="2026-05-15T08:11:37.662" v="5262" actId="478"/>
          <ac:spMkLst>
            <pc:docMk/>
            <pc:sldMk cId="0" sldId="269"/>
            <ac:spMk id="21" creationId="{00000000-0000-0000-0000-000000000000}"/>
          </ac:spMkLst>
        </pc:spChg>
        <pc:spChg chg="add del">
          <ac:chgData name="Surajit Middya" userId="4ddb1ac2-4605-4c56-9552-db243c357c41" providerId="ADAL" clId="{6D2909A9-3A4F-4FEC-8B51-C25A7D9A5774}" dt="2026-05-15T08:10:21.603" v="5253" actId="478"/>
          <ac:spMkLst>
            <pc:docMk/>
            <pc:sldMk cId="0" sldId="269"/>
            <ac:spMk id="22" creationId="{00000000-0000-0000-0000-000000000000}"/>
          </ac:spMkLst>
        </pc:spChg>
        <pc:spChg chg="add del">
          <ac:chgData name="Surajit Middya" userId="4ddb1ac2-4605-4c56-9552-db243c357c41" providerId="ADAL" clId="{6D2909A9-3A4F-4FEC-8B51-C25A7D9A5774}" dt="2026-05-15T08:11:42.213" v="5264" actId="478"/>
          <ac:spMkLst>
            <pc:docMk/>
            <pc:sldMk cId="0" sldId="269"/>
            <ac:spMk id="23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11:40.535" v="5263" actId="478"/>
          <ac:spMkLst>
            <pc:docMk/>
            <pc:sldMk cId="0" sldId="269"/>
            <ac:spMk id="24" creationId="{00000000-0000-0000-0000-000000000000}"/>
          </ac:spMkLst>
        </pc:spChg>
        <pc:spChg chg="add del">
          <ac:chgData name="Surajit Middya" userId="4ddb1ac2-4605-4c56-9552-db243c357c41" providerId="ADAL" clId="{6D2909A9-3A4F-4FEC-8B51-C25A7D9A5774}" dt="2026-05-15T08:11:57.829" v="5267" actId="478"/>
          <ac:spMkLst>
            <pc:docMk/>
            <pc:sldMk cId="0" sldId="269"/>
            <ac:spMk id="25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11:54.784" v="5266" actId="478"/>
          <ac:spMkLst>
            <pc:docMk/>
            <pc:sldMk cId="0" sldId="269"/>
            <ac:spMk id="26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12:00.918" v="5268" actId="478"/>
          <ac:spMkLst>
            <pc:docMk/>
            <pc:sldMk cId="0" sldId="269"/>
            <ac:spMk id="27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11:51.665" v="5265" actId="478"/>
          <ac:spMkLst>
            <pc:docMk/>
            <pc:sldMk cId="0" sldId="269"/>
            <ac:spMk id="28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11:51.665" v="5265" actId="478"/>
          <ac:spMkLst>
            <pc:docMk/>
            <pc:sldMk cId="0" sldId="269"/>
            <ac:spMk id="29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11:51.665" v="5265" actId="478"/>
          <ac:spMkLst>
            <pc:docMk/>
            <pc:sldMk cId="0" sldId="269"/>
            <ac:spMk id="30" creationId="{00000000-0000-0000-0000-000000000000}"/>
          </ac:spMkLst>
        </pc:spChg>
        <pc:spChg chg="add del">
          <ac:chgData name="Surajit Middya" userId="4ddb1ac2-4605-4c56-9552-db243c357c41" providerId="ADAL" clId="{6D2909A9-3A4F-4FEC-8B51-C25A7D9A5774}" dt="2026-05-15T08:11:51.665" v="5265" actId="478"/>
          <ac:spMkLst>
            <pc:docMk/>
            <pc:sldMk cId="0" sldId="269"/>
            <ac:spMk id="31" creationId="{00000000-0000-0000-0000-000000000000}"/>
          </ac:spMkLst>
        </pc:spChg>
        <pc:spChg chg="add del">
          <ac:chgData name="Surajit Middya" userId="4ddb1ac2-4605-4c56-9552-db243c357c41" providerId="ADAL" clId="{6D2909A9-3A4F-4FEC-8B51-C25A7D9A5774}" dt="2026-05-15T08:11:51.665" v="5265" actId="478"/>
          <ac:spMkLst>
            <pc:docMk/>
            <pc:sldMk cId="0" sldId="269"/>
            <ac:spMk id="32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11:51.665" v="5265" actId="478"/>
          <ac:spMkLst>
            <pc:docMk/>
            <pc:sldMk cId="0" sldId="269"/>
            <ac:spMk id="33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11:51.665" v="5265" actId="478"/>
          <ac:spMkLst>
            <pc:docMk/>
            <pc:sldMk cId="0" sldId="269"/>
            <ac:spMk id="34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12:04.105" v="5269" actId="478"/>
          <ac:spMkLst>
            <pc:docMk/>
            <pc:sldMk cId="0" sldId="269"/>
            <ac:spMk id="35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11:51.665" v="5265" actId="478"/>
          <ac:spMkLst>
            <pc:docMk/>
            <pc:sldMk cId="0" sldId="269"/>
            <ac:spMk id="36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11:51.665" v="5265" actId="478"/>
          <ac:spMkLst>
            <pc:docMk/>
            <pc:sldMk cId="0" sldId="269"/>
            <ac:spMk id="37" creationId="{00000000-0000-0000-0000-000000000000}"/>
          </ac:spMkLst>
        </pc:spChg>
        <pc:spChg chg="add del mod">
          <ac:chgData name="Surajit Middya" userId="4ddb1ac2-4605-4c56-9552-db243c357c41" providerId="ADAL" clId="{6D2909A9-3A4F-4FEC-8B51-C25A7D9A5774}" dt="2026-05-15T08:15:04.727" v="5383" actId="478"/>
          <ac:spMkLst>
            <pc:docMk/>
            <pc:sldMk cId="0" sldId="269"/>
            <ac:spMk id="40" creationId="{39F91544-2BF5-7CDF-2025-EE81FE35DB6C}"/>
          </ac:spMkLst>
        </pc:spChg>
        <pc:spChg chg="add del">
          <ac:chgData name="Surajit Middya" userId="4ddb1ac2-4605-4c56-9552-db243c357c41" providerId="ADAL" clId="{6D2909A9-3A4F-4FEC-8B51-C25A7D9A5774}" dt="2026-05-15T08:15:50.570" v="5413" actId="22"/>
          <ac:spMkLst>
            <pc:docMk/>
            <pc:sldMk cId="0" sldId="269"/>
            <ac:spMk id="42" creationId="{6B12FDBC-1E2E-AB81-A1CE-24F6CAEB0ACA}"/>
          </ac:spMkLst>
        </pc:spChg>
        <pc:spChg chg="add mod">
          <ac:chgData name="Surajit Middya" userId="4ddb1ac2-4605-4c56-9552-db243c357c41" providerId="ADAL" clId="{6D2909A9-3A4F-4FEC-8B51-C25A7D9A5774}" dt="2026-05-15T12:00:16.688" v="9800" actId="1035"/>
          <ac:spMkLst>
            <pc:docMk/>
            <pc:sldMk cId="0" sldId="269"/>
            <ac:spMk id="45" creationId="{45E0EFB4-8B60-7D27-EDE2-69183505844F}"/>
          </ac:spMkLst>
        </pc:spChg>
        <pc:spChg chg="add mod">
          <ac:chgData name="Surajit Middya" userId="4ddb1ac2-4605-4c56-9552-db243c357c41" providerId="ADAL" clId="{6D2909A9-3A4F-4FEC-8B51-C25A7D9A5774}" dt="2026-05-15T12:00:22.519" v="9811" actId="1035"/>
          <ac:spMkLst>
            <pc:docMk/>
            <pc:sldMk cId="0" sldId="269"/>
            <ac:spMk id="47" creationId="{BB08AC4B-12C0-96B5-3874-15A2AE0166CF}"/>
          </ac:spMkLst>
        </pc:spChg>
        <pc:graphicFrameChg chg="add mod modGraphic">
          <ac:chgData name="Surajit Middya" userId="4ddb1ac2-4605-4c56-9552-db243c357c41" providerId="ADAL" clId="{6D2909A9-3A4F-4FEC-8B51-C25A7D9A5774}" dt="2026-05-15T11:59:30.106" v="9787" actId="208"/>
          <ac:graphicFrameMkLst>
            <pc:docMk/>
            <pc:sldMk cId="0" sldId="269"/>
            <ac:graphicFrameMk id="38" creationId="{9385B78E-E7F9-C86B-AD65-B6A3F16356B8}"/>
          </ac:graphicFrameMkLst>
        </pc:graphicFrameChg>
        <pc:graphicFrameChg chg="add mod modGraphic">
          <ac:chgData name="Surajit Middya" userId="4ddb1ac2-4605-4c56-9552-db243c357c41" providerId="ADAL" clId="{6D2909A9-3A4F-4FEC-8B51-C25A7D9A5774}" dt="2026-05-15T12:00:03.304" v="9793" actId="208"/>
          <ac:graphicFrameMkLst>
            <pc:docMk/>
            <pc:sldMk cId="0" sldId="269"/>
            <ac:graphicFrameMk id="44" creationId="{A9DE21A0-44B4-B349-9726-360B0FF9A5BF}"/>
          </ac:graphicFrameMkLst>
        </pc:graphicFrameChg>
      </pc:sldChg>
      <pc:sldChg chg="addSp delSp modSp mod">
        <pc:chgData name="Surajit Middya" userId="4ddb1ac2-4605-4c56-9552-db243c357c41" providerId="ADAL" clId="{6D2909A9-3A4F-4FEC-8B51-C25A7D9A5774}" dt="2026-05-15T11:57:43.590" v="9780" actId="14100"/>
        <pc:sldMkLst>
          <pc:docMk/>
          <pc:sldMk cId="0" sldId="270"/>
        </pc:sldMkLst>
        <pc:spChg chg="mod">
          <ac:chgData name="Surajit Middya" userId="4ddb1ac2-4605-4c56-9552-db243c357c41" providerId="ADAL" clId="{6D2909A9-3A4F-4FEC-8B51-C25A7D9A5774}" dt="2026-05-15T08:29:34.388" v="5920" actId="1076"/>
          <ac:spMkLst>
            <pc:docMk/>
            <pc:sldMk cId="0" sldId="270"/>
            <ac:spMk id="5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36:35.786" v="6431" actId="14100"/>
          <ac:spMkLst>
            <pc:docMk/>
            <pc:sldMk cId="0" sldId="270"/>
            <ac:spMk id="6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43:06.063" v="7043" actId="14100"/>
          <ac:spMkLst>
            <pc:docMk/>
            <pc:sldMk cId="0" sldId="270"/>
            <ac:spMk id="7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43:09.600" v="7044" actId="14100"/>
          <ac:spMkLst>
            <pc:docMk/>
            <pc:sldMk cId="0" sldId="270"/>
            <ac:spMk id="8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36:49.055" v="6436" actId="14100"/>
          <ac:spMkLst>
            <pc:docMk/>
            <pc:sldMk cId="0" sldId="270"/>
            <ac:spMk id="9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11:57:11.795" v="9766" actId="1036"/>
          <ac:spMkLst>
            <pc:docMk/>
            <pc:sldMk cId="0" sldId="270"/>
            <ac:spMk id="11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11:57:07.624" v="9760" actId="1036"/>
          <ac:spMkLst>
            <pc:docMk/>
            <pc:sldMk cId="0" sldId="270"/>
            <ac:spMk id="13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11:57:03.737" v="9756" actId="1036"/>
          <ac:spMkLst>
            <pc:docMk/>
            <pc:sldMk cId="0" sldId="270"/>
            <ac:spMk id="15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11:57:00.345" v="9751" actId="1036"/>
          <ac:spMkLst>
            <pc:docMk/>
            <pc:sldMk cId="0" sldId="270"/>
            <ac:spMk id="17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08:35:47.570" v="6428" actId="478"/>
          <ac:spMkLst>
            <pc:docMk/>
            <pc:sldMk cId="0" sldId="270"/>
            <ac:spMk id="18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36:40.321" v="6432" actId="478"/>
          <ac:spMkLst>
            <pc:docMk/>
            <pc:sldMk cId="0" sldId="270"/>
            <ac:spMk id="19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30:15.270" v="5946" actId="1037"/>
          <ac:spMkLst>
            <pc:docMk/>
            <pc:sldMk cId="0" sldId="270"/>
            <ac:spMk id="20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40:26.361" v="6777" actId="14100"/>
          <ac:spMkLst>
            <pc:docMk/>
            <pc:sldMk cId="0" sldId="270"/>
            <ac:spMk id="21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37:44.056" v="6501" actId="1038"/>
          <ac:spMkLst>
            <pc:docMk/>
            <pc:sldMk cId="0" sldId="270"/>
            <ac:spMk id="22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41:42.908" v="6873" actId="1037"/>
          <ac:spMkLst>
            <pc:docMk/>
            <pc:sldMk cId="0" sldId="270"/>
            <ac:spMk id="23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40:36.660" v="6779" actId="14100"/>
          <ac:spMkLst>
            <pc:docMk/>
            <pc:sldMk cId="0" sldId="270"/>
            <ac:spMk id="24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38:02.260" v="6521" actId="1037"/>
          <ac:spMkLst>
            <pc:docMk/>
            <pc:sldMk cId="0" sldId="270"/>
            <ac:spMk id="25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11:57:18.456" v="9770" actId="1036"/>
          <ac:spMkLst>
            <pc:docMk/>
            <pc:sldMk cId="0" sldId="270"/>
            <ac:spMk id="26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41:29.147" v="6832" actId="1037"/>
          <ac:spMkLst>
            <pc:docMk/>
            <pc:sldMk cId="0" sldId="270"/>
            <ac:spMk id="27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11:57:21.825" v="9772" actId="1036"/>
          <ac:spMkLst>
            <pc:docMk/>
            <pc:sldMk cId="0" sldId="270"/>
            <ac:spMk id="28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38:02.260" v="6521" actId="1037"/>
          <ac:spMkLst>
            <pc:docMk/>
            <pc:sldMk cId="0" sldId="270"/>
            <ac:spMk id="29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11:57:29.289" v="9778" actId="1035"/>
          <ac:spMkLst>
            <pc:docMk/>
            <pc:sldMk cId="0" sldId="270"/>
            <ac:spMk id="30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41:29.147" v="6832" actId="1037"/>
          <ac:spMkLst>
            <pc:docMk/>
            <pc:sldMk cId="0" sldId="270"/>
            <ac:spMk id="31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11:55:40.920" v="9710" actId="207"/>
          <ac:spMkLst>
            <pc:docMk/>
            <pc:sldMk cId="0" sldId="270"/>
            <ac:spMk id="32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08:35:30.143" v="6426" actId="478"/>
          <ac:spMkLst>
            <pc:docMk/>
            <pc:sldMk cId="0" sldId="270"/>
            <ac:spMk id="33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08:35:34.660" v="6427" actId="478"/>
          <ac:spMkLst>
            <pc:docMk/>
            <pc:sldMk cId="0" sldId="270"/>
            <ac:spMk id="34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08:37:16.167" v="6440" actId="478"/>
          <ac:spMkLst>
            <pc:docMk/>
            <pc:sldMk cId="0" sldId="270"/>
            <ac:spMk id="35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40:13.265" v="6775" actId="14100"/>
          <ac:spMkLst>
            <pc:docMk/>
            <pc:sldMk cId="0" sldId="270"/>
            <ac:spMk id="36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42:50.917" v="7042" actId="14100"/>
          <ac:spMkLst>
            <pc:docMk/>
            <pc:sldMk cId="0" sldId="270"/>
            <ac:spMk id="37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43:42.336" v="7059" actId="20577"/>
          <ac:spMkLst>
            <pc:docMk/>
            <pc:sldMk cId="0" sldId="270"/>
            <ac:spMk id="38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40:19.168" v="6776" actId="14100"/>
          <ac:spMkLst>
            <pc:docMk/>
            <pc:sldMk cId="0" sldId="270"/>
            <ac:spMk id="39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38:48.205" v="6576" actId="1037"/>
          <ac:spMkLst>
            <pc:docMk/>
            <pc:sldMk cId="0" sldId="270"/>
            <ac:spMk id="40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11:55:44.549" v="9711" actId="207"/>
          <ac:spMkLst>
            <pc:docMk/>
            <pc:sldMk cId="0" sldId="270"/>
            <ac:spMk id="41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38:48.205" v="6576" actId="1037"/>
          <ac:spMkLst>
            <pc:docMk/>
            <pc:sldMk cId="0" sldId="270"/>
            <ac:spMk id="42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11:55:47.685" v="9712" actId="207"/>
          <ac:spMkLst>
            <pc:docMk/>
            <pc:sldMk cId="0" sldId="270"/>
            <ac:spMk id="43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32:42.099" v="6143" actId="1037"/>
          <ac:spMkLst>
            <pc:docMk/>
            <pc:sldMk cId="0" sldId="270"/>
            <ac:spMk id="44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11:57:39.158" v="9779" actId="14100"/>
          <ac:spMkLst>
            <pc:docMk/>
            <pc:sldMk cId="0" sldId="270"/>
            <ac:spMk id="45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38:48.205" v="6576" actId="1037"/>
          <ac:spMkLst>
            <pc:docMk/>
            <pc:sldMk cId="0" sldId="270"/>
            <ac:spMk id="46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11:57:43.590" v="9780" actId="14100"/>
          <ac:spMkLst>
            <pc:docMk/>
            <pc:sldMk cId="0" sldId="270"/>
            <ac:spMk id="47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08:35:21.250" v="6423" actId="478"/>
          <ac:spMkLst>
            <pc:docMk/>
            <pc:sldMk cId="0" sldId="270"/>
            <ac:spMk id="48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08:35:23.977" v="6424" actId="478"/>
          <ac:spMkLst>
            <pc:docMk/>
            <pc:sldMk cId="0" sldId="270"/>
            <ac:spMk id="49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08:39:43.769" v="6685" actId="478"/>
          <ac:spMkLst>
            <pc:docMk/>
            <pc:sldMk cId="0" sldId="270"/>
            <ac:spMk id="50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40:53.715" v="6793" actId="1038"/>
          <ac:spMkLst>
            <pc:docMk/>
            <pc:sldMk cId="0" sldId="270"/>
            <ac:spMk id="51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42:32.578" v="7020"/>
          <ac:spMkLst>
            <pc:docMk/>
            <pc:sldMk cId="0" sldId="270"/>
            <ac:spMk id="52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43:54.897" v="7062" actId="14100"/>
          <ac:spMkLst>
            <pc:docMk/>
            <pc:sldMk cId="0" sldId="270"/>
            <ac:spMk id="53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40:53.715" v="6793" actId="1038"/>
          <ac:spMkLst>
            <pc:docMk/>
            <pc:sldMk cId="0" sldId="270"/>
            <ac:spMk id="54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40:53.715" v="6793" actId="1038"/>
          <ac:spMkLst>
            <pc:docMk/>
            <pc:sldMk cId="0" sldId="270"/>
            <ac:spMk id="55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11:55:56.476" v="9715" actId="207"/>
          <ac:spMkLst>
            <pc:docMk/>
            <pc:sldMk cId="0" sldId="270"/>
            <ac:spMk id="56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41:29.147" v="6832" actId="1037"/>
          <ac:spMkLst>
            <pc:docMk/>
            <pc:sldMk cId="0" sldId="270"/>
            <ac:spMk id="57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11:55:59.404" v="9716" actId="207"/>
          <ac:spMkLst>
            <pc:docMk/>
            <pc:sldMk cId="0" sldId="270"/>
            <ac:spMk id="58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40:53.715" v="6793" actId="1038"/>
          <ac:spMkLst>
            <pc:docMk/>
            <pc:sldMk cId="0" sldId="270"/>
            <ac:spMk id="59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11:56:02.560" v="9717" actId="207"/>
          <ac:spMkLst>
            <pc:docMk/>
            <pc:sldMk cId="0" sldId="270"/>
            <ac:spMk id="60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41:29.147" v="6832" actId="1037"/>
          <ac:spMkLst>
            <pc:docMk/>
            <pc:sldMk cId="0" sldId="270"/>
            <ac:spMk id="61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11:56:06.329" v="9718" actId="207"/>
          <ac:spMkLst>
            <pc:docMk/>
            <pc:sldMk cId="0" sldId="270"/>
            <ac:spMk id="62" creationId="{00000000-0000-0000-0000-000000000000}"/>
          </ac:spMkLst>
        </pc:spChg>
        <pc:spChg chg="del mod">
          <ac:chgData name="Surajit Middya" userId="4ddb1ac2-4605-4c56-9552-db243c357c41" providerId="ADAL" clId="{6D2909A9-3A4F-4FEC-8B51-C25A7D9A5774}" dt="2026-05-15T08:35:18.224" v="6422" actId="478"/>
          <ac:spMkLst>
            <pc:docMk/>
            <pc:sldMk cId="0" sldId="270"/>
            <ac:spMk id="63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35:26.703" v="6425" actId="478"/>
          <ac:spMkLst>
            <pc:docMk/>
            <pc:sldMk cId="0" sldId="270"/>
            <ac:spMk id="64" creationId="{00000000-0000-0000-0000-000000000000}"/>
          </ac:spMkLst>
        </pc:spChg>
        <pc:spChg chg="add del mod">
          <ac:chgData name="Surajit Middya" userId="4ddb1ac2-4605-4c56-9552-db243c357c41" providerId="ADAL" clId="{6D2909A9-3A4F-4FEC-8B51-C25A7D9A5774}" dt="2026-05-15T08:35:12.489" v="6421" actId="22"/>
          <ac:spMkLst>
            <pc:docMk/>
            <pc:sldMk cId="0" sldId="270"/>
            <ac:spMk id="66" creationId="{60A70C88-5518-5872-4DA3-3239DA2EC8CC}"/>
          </ac:spMkLst>
        </pc:spChg>
        <pc:spChg chg="add del mod">
          <ac:chgData name="Surajit Middya" userId="4ddb1ac2-4605-4c56-9552-db243c357c41" providerId="ADAL" clId="{6D2909A9-3A4F-4FEC-8B51-C25A7D9A5774}" dt="2026-05-15T08:39:27.857" v="6684" actId="22"/>
          <ac:spMkLst>
            <pc:docMk/>
            <pc:sldMk cId="0" sldId="270"/>
            <ac:spMk id="68" creationId="{15A2EA83-6D49-8086-DF05-00D0D8C72F8B}"/>
          </ac:spMkLst>
        </pc:spChg>
        <pc:spChg chg="add del mod">
          <ac:chgData name="Surajit Middya" userId="4ddb1ac2-4605-4c56-9552-db243c357c41" providerId="ADAL" clId="{6D2909A9-3A4F-4FEC-8B51-C25A7D9A5774}" dt="2026-05-15T08:39:27.857" v="6684" actId="22"/>
          <ac:spMkLst>
            <pc:docMk/>
            <pc:sldMk cId="0" sldId="270"/>
            <ac:spMk id="70" creationId="{FB781116-76A3-876C-E7CA-7DAD2C0FFD16}"/>
          </ac:spMkLst>
        </pc:spChg>
        <pc:spChg chg="add del mod">
          <ac:chgData name="Surajit Middya" userId="4ddb1ac2-4605-4c56-9552-db243c357c41" providerId="ADAL" clId="{6D2909A9-3A4F-4FEC-8B51-C25A7D9A5774}" dt="2026-05-15T08:39:27.857" v="6684" actId="22"/>
          <ac:spMkLst>
            <pc:docMk/>
            <pc:sldMk cId="0" sldId="270"/>
            <ac:spMk id="72" creationId="{929A4073-C03E-1DE2-E51D-E062D4890652}"/>
          </ac:spMkLst>
        </pc:spChg>
        <pc:spChg chg="add del mod">
          <ac:chgData name="Surajit Middya" userId="4ddb1ac2-4605-4c56-9552-db243c357c41" providerId="ADAL" clId="{6D2909A9-3A4F-4FEC-8B51-C25A7D9A5774}" dt="2026-05-15T08:39:27.857" v="6684" actId="22"/>
          <ac:spMkLst>
            <pc:docMk/>
            <pc:sldMk cId="0" sldId="270"/>
            <ac:spMk id="74" creationId="{8877D0D5-4166-F883-DFBB-E8A3F2035776}"/>
          </ac:spMkLst>
        </pc:spChg>
        <pc:spChg chg="add del mod">
          <ac:chgData name="Surajit Middya" userId="4ddb1ac2-4605-4c56-9552-db243c357c41" providerId="ADAL" clId="{6D2909A9-3A4F-4FEC-8B51-C25A7D9A5774}" dt="2026-05-15T08:39:27.857" v="6684" actId="22"/>
          <ac:spMkLst>
            <pc:docMk/>
            <pc:sldMk cId="0" sldId="270"/>
            <ac:spMk id="76" creationId="{668E09A9-FE37-1DAE-72ED-2EF67996EE03}"/>
          </ac:spMkLst>
        </pc:spChg>
        <pc:spChg chg="add del mod">
          <ac:chgData name="Surajit Middya" userId="4ddb1ac2-4605-4c56-9552-db243c357c41" providerId="ADAL" clId="{6D2909A9-3A4F-4FEC-8B51-C25A7D9A5774}" dt="2026-05-15T08:39:27.857" v="6684" actId="22"/>
          <ac:spMkLst>
            <pc:docMk/>
            <pc:sldMk cId="0" sldId="270"/>
            <ac:spMk id="78" creationId="{C2F0E21D-285C-447C-C0AF-FB3A11898FB1}"/>
          </ac:spMkLst>
        </pc:spChg>
        <pc:spChg chg="add del mod">
          <ac:chgData name="Surajit Middya" userId="4ddb1ac2-4605-4c56-9552-db243c357c41" providerId="ADAL" clId="{6D2909A9-3A4F-4FEC-8B51-C25A7D9A5774}" dt="2026-05-15T08:39:27.857" v="6684" actId="22"/>
          <ac:spMkLst>
            <pc:docMk/>
            <pc:sldMk cId="0" sldId="270"/>
            <ac:spMk id="80" creationId="{A89DD91C-D7FB-39E8-C626-E0CBFF0E5DC6}"/>
          </ac:spMkLst>
        </pc:spChg>
        <pc:spChg chg="add del mod">
          <ac:chgData name="Surajit Middya" userId="4ddb1ac2-4605-4c56-9552-db243c357c41" providerId="ADAL" clId="{6D2909A9-3A4F-4FEC-8B51-C25A7D9A5774}" dt="2026-05-15T08:39:27.857" v="6684" actId="22"/>
          <ac:spMkLst>
            <pc:docMk/>
            <pc:sldMk cId="0" sldId="270"/>
            <ac:spMk id="82" creationId="{AA40CF26-A9AF-816C-6DDD-EDB9EB203C7F}"/>
          </ac:spMkLst>
        </pc:spChg>
        <pc:spChg chg="add del mod">
          <ac:chgData name="Surajit Middya" userId="4ddb1ac2-4605-4c56-9552-db243c357c41" providerId="ADAL" clId="{6D2909A9-3A4F-4FEC-8B51-C25A7D9A5774}" dt="2026-05-15T08:39:27.857" v="6684" actId="22"/>
          <ac:spMkLst>
            <pc:docMk/>
            <pc:sldMk cId="0" sldId="270"/>
            <ac:spMk id="84" creationId="{F530ADC5-4346-B9D8-DE5C-34A934A38D4E}"/>
          </ac:spMkLst>
        </pc:spChg>
        <pc:spChg chg="add del mod">
          <ac:chgData name="Surajit Middya" userId="4ddb1ac2-4605-4c56-9552-db243c357c41" providerId="ADAL" clId="{6D2909A9-3A4F-4FEC-8B51-C25A7D9A5774}" dt="2026-05-15T08:39:27.857" v="6684" actId="22"/>
          <ac:spMkLst>
            <pc:docMk/>
            <pc:sldMk cId="0" sldId="270"/>
            <ac:spMk id="86" creationId="{0D4F7C8D-0E4E-8A04-9CC7-4457DDF7A650}"/>
          </ac:spMkLst>
        </pc:spChg>
        <pc:spChg chg="add mod">
          <ac:chgData name="Surajit Middya" userId="4ddb1ac2-4605-4c56-9552-db243c357c41" providerId="ADAL" clId="{6D2909A9-3A4F-4FEC-8B51-C25A7D9A5774}" dt="2026-05-15T08:44:08.539" v="7064" actId="1076"/>
          <ac:spMkLst>
            <pc:docMk/>
            <pc:sldMk cId="0" sldId="270"/>
            <ac:spMk id="88" creationId="{F93FFFD5-060B-6093-13AD-F8C08E16013E}"/>
          </ac:spMkLst>
        </pc:spChg>
        <pc:spChg chg="add mod">
          <ac:chgData name="Surajit Middya" userId="4ddb1ac2-4605-4c56-9552-db243c357c41" providerId="ADAL" clId="{6D2909A9-3A4F-4FEC-8B51-C25A7D9A5774}" dt="2026-05-15T08:44:27.726" v="7074" actId="14100"/>
          <ac:spMkLst>
            <pc:docMk/>
            <pc:sldMk cId="0" sldId="270"/>
            <ac:spMk id="90" creationId="{7E53EB9C-E83E-7402-0DD8-0232F65ED25B}"/>
          </ac:spMkLst>
        </pc:spChg>
        <pc:spChg chg="add mod">
          <ac:chgData name="Surajit Middya" userId="4ddb1ac2-4605-4c56-9552-db243c357c41" providerId="ADAL" clId="{6D2909A9-3A4F-4FEC-8B51-C25A7D9A5774}" dt="2026-05-15T11:56:41.874" v="9741" actId="1035"/>
          <ac:spMkLst>
            <pc:docMk/>
            <pc:sldMk cId="0" sldId="270"/>
            <ac:spMk id="92" creationId="{DBB0906A-2A96-C18A-6150-17F0D59A0D20}"/>
          </ac:spMkLst>
        </pc:spChg>
        <pc:spChg chg="mod">
          <ac:chgData name="Surajit Middya" userId="4ddb1ac2-4605-4c56-9552-db243c357c41" providerId="ADAL" clId="{6D2909A9-3A4F-4FEC-8B51-C25A7D9A5774}" dt="2026-05-15T08:42:11.257" v="6960" actId="1035"/>
          <ac:spMkLst>
            <pc:docMk/>
            <pc:sldMk cId="0" sldId="270"/>
            <ac:spMk id="94" creationId="{972AB714-FC4C-381E-7A2C-29295BB8282E}"/>
          </ac:spMkLst>
        </pc:spChg>
        <pc:spChg chg="add mod">
          <ac:chgData name="Surajit Middya" userId="4ddb1ac2-4605-4c56-9552-db243c357c41" providerId="ADAL" clId="{6D2909A9-3A4F-4FEC-8B51-C25A7D9A5774}" dt="2026-05-15T11:56:32.273" v="9723" actId="14100"/>
          <ac:spMkLst>
            <pc:docMk/>
            <pc:sldMk cId="0" sldId="270"/>
            <ac:spMk id="96" creationId="{232D5CA2-2849-1F24-47AC-64C995010B4B}"/>
          </ac:spMkLst>
        </pc:spChg>
        <pc:spChg chg="add mod">
          <ac:chgData name="Surajit Middya" userId="4ddb1ac2-4605-4c56-9552-db243c357c41" providerId="ADAL" clId="{6D2909A9-3A4F-4FEC-8B51-C25A7D9A5774}" dt="2026-05-15T08:42:11.257" v="6960" actId="1035"/>
          <ac:spMkLst>
            <pc:docMk/>
            <pc:sldMk cId="0" sldId="270"/>
            <ac:spMk id="98" creationId="{0E23123A-0474-F145-7430-909D29F3D421}"/>
          </ac:spMkLst>
        </pc:spChg>
        <pc:spChg chg="add mod">
          <ac:chgData name="Surajit Middya" userId="4ddb1ac2-4605-4c56-9552-db243c357c41" providerId="ADAL" clId="{6D2909A9-3A4F-4FEC-8B51-C25A7D9A5774}" dt="2026-05-15T11:56:36.597" v="9732" actId="1035"/>
          <ac:spMkLst>
            <pc:docMk/>
            <pc:sldMk cId="0" sldId="270"/>
            <ac:spMk id="100" creationId="{834EBF27-B744-6D2F-7332-DEF13B0A52E7}"/>
          </ac:spMkLst>
        </pc:spChg>
        <pc:spChg chg="add mod">
          <ac:chgData name="Surajit Middya" userId="4ddb1ac2-4605-4c56-9552-db243c357c41" providerId="ADAL" clId="{6D2909A9-3A4F-4FEC-8B51-C25A7D9A5774}" dt="2026-05-15T08:42:11.257" v="6960" actId="1035"/>
          <ac:spMkLst>
            <pc:docMk/>
            <pc:sldMk cId="0" sldId="270"/>
            <ac:spMk id="102" creationId="{2BBD9010-3653-5B9C-FCE4-49C8DD12459A}"/>
          </ac:spMkLst>
        </pc:spChg>
        <pc:spChg chg="add mod">
          <ac:chgData name="Surajit Middya" userId="4ddb1ac2-4605-4c56-9552-db243c357c41" providerId="ADAL" clId="{6D2909A9-3A4F-4FEC-8B51-C25A7D9A5774}" dt="2026-05-15T11:56:50.983" v="9742" actId="14100"/>
          <ac:spMkLst>
            <pc:docMk/>
            <pc:sldMk cId="0" sldId="270"/>
            <ac:spMk id="104" creationId="{D9253F89-BEA7-C29D-D78F-D27928D35243}"/>
          </ac:spMkLst>
        </pc:spChg>
        <pc:spChg chg="add mod">
          <ac:chgData name="Surajit Middya" userId="4ddb1ac2-4605-4c56-9552-db243c357c41" providerId="ADAL" clId="{6D2909A9-3A4F-4FEC-8B51-C25A7D9A5774}" dt="2026-05-15T08:42:11.257" v="6960" actId="1035"/>
          <ac:spMkLst>
            <pc:docMk/>
            <pc:sldMk cId="0" sldId="270"/>
            <ac:spMk id="106" creationId="{A148627E-2647-559F-A08E-5237DF57D6DC}"/>
          </ac:spMkLst>
        </pc:spChg>
        <pc:spChg chg="add mod">
          <ac:chgData name="Surajit Middya" userId="4ddb1ac2-4605-4c56-9552-db243c357c41" providerId="ADAL" clId="{6D2909A9-3A4F-4FEC-8B51-C25A7D9A5774}" dt="2026-05-15T11:56:17.775" v="9722" actId="207"/>
          <ac:spMkLst>
            <pc:docMk/>
            <pc:sldMk cId="0" sldId="270"/>
            <ac:spMk id="108" creationId="{8883B520-9CEE-9168-37AD-88502B751EB3}"/>
          </ac:spMkLst>
        </pc:spChg>
        <pc:spChg chg="add mod">
          <ac:chgData name="Surajit Middya" userId="4ddb1ac2-4605-4c56-9552-db243c357c41" providerId="ADAL" clId="{6D2909A9-3A4F-4FEC-8B51-C25A7D9A5774}" dt="2026-05-15T08:52:13.716" v="7133" actId="20577"/>
          <ac:spMkLst>
            <pc:docMk/>
            <pc:sldMk cId="0" sldId="270"/>
            <ac:spMk id="110" creationId="{263E00F8-4388-1980-6C2F-AFF5002F1A98}"/>
          </ac:spMkLst>
        </pc:spChg>
      </pc:sldChg>
      <pc:sldChg chg="delSp modSp mod">
        <pc:chgData name="Surajit Middya" userId="4ddb1ac2-4605-4c56-9552-db243c357c41" providerId="ADAL" clId="{6D2909A9-3A4F-4FEC-8B51-C25A7D9A5774}" dt="2026-05-15T12:30:27.263" v="9840" actId="20577"/>
        <pc:sldMkLst>
          <pc:docMk/>
          <pc:sldMk cId="0" sldId="271"/>
        </pc:sldMkLst>
        <pc:spChg chg="mod">
          <ac:chgData name="Surajit Middya" userId="4ddb1ac2-4605-4c56-9552-db243c357c41" providerId="ADAL" clId="{6D2909A9-3A4F-4FEC-8B51-C25A7D9A5774}" dt="2026-05-15T08:54:22.829" v="7199" actId="1076"/>
          <ac:spMkLst>
            <pc:docMk/>
            <pc:sldMk cId="0" sldId="271"/>
            <ac:spMk id="2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08:56:12.317" v="7229" actId="20577"/>
          <ac:spMkLst>
            <pc:docMk/>
            <pc:sldMk cId="0" sldId="271"/>
            <ac:spMk id="4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54:16.254" v="7196" actId="478"/>
          <ac:spMkLst>
            <pc:docMk/>
            <pc:sldMk cId="0" sldId="271"/>
            <ac:spMk id="5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54:00.642" v="7195" actId="478"/>
          <ac:spMkLst>
            <pc:docMk/>
            <pc:sldMk cId="0" sldId="271"/>
            <ac:spMk id="6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54:19.551" v="7197" actId="478"/>
          <ac:spMkLst>
            <pc:docMk/>
            <pc:sldMk cId="0" sldId="271"/>
            <ac:spMk id="7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54:48.399" v="7206" actId="478"/>
          <ac:spMkLst>
            <pc:docMk/>
            <pc:sldMk cId="0" sldId="271"/>
            <ac:spMk id="8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54:30.610" v="7200" actId="478"/>
          <ac:spMkLst>
            <pc:docMk/>
            <pc:sldMk cId="0" sldId="271"/>
            <ac:spMk id="9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54:33.339" v="7201" actId="478"/>
          <ac:spMkLst>
            <pc:docMk/>
            <pc:sldMk cId="0" sldId="271"/>
            <ac:spMk id="10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54:35.854" v="7202" actId="478"/>
          <ac:spMkLst>
            <pc:docMk/>
            <pc:sldMk cId="0" sldId="271"/>
            <ac:spMk id="11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54:38.492" v="7203" actId="478"/>
          <ac:spMkLst>
            <pc:docMk/>
            <pc:sldMk cId="0" sldId="271"/>
            <ac:spMk id="12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54:42.474" v="7204" actId="478"/>
          <ac:spMkLst>
            <pc:docMk/>
            <pc:sldMk cId="0" sldId="271"/>
            <ac:spMk id="13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54:45.285" v="7205" actId="478"/>
          <ac:spMkLst>
            <pc:docMk/>
            <pc:sldMk cId="0" sldId="271"/>
            <ac:spMk id="14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54:51.552" v="7207" actId="478"/>
          <ac:spMkLst>
            <pc:docMk/>
            <pc:sldMk cId="0" sldId="271"/>
            <ac:spMk id="15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54:54.475" v="7208" actId="478"/>
          <ac:spMkLst>
            <pc:docMk/>
            <pc:sldMk cId="0" sldId="271"/>
            <ac:spMk id="16" creationId="{00000000-0000-0000-0000-000000000000}"/>
          </ac:spMkLst>
        </pc:spChg>
        <pc:spChg chg="del">
          <ac:chgData name="Surajit Middya" userId="4ddb1ac2-4605-4c56-9552-db243c357c41" providerId="ADAL" clId="{6D2909A9-3A4F-4FEC-8B51-C25A7D9A5774}" dt="2026-05-15T08:54:58.060" v="7209" actId="478"/>
          <ac:spMkLst>
            <pc:docMk/>
            <pc:sldMk cId="0" sldId="271"/>
            <ac:spMk id="17" creationId="{00000000-0000-0000-0000-000000000000}"/>
          </ac:spMkLst>
        </pc:spChg>
        <pc:spChg chg="mod">
          <ac:chgData name="Surajit Middya" userId="4ddb1ac2-4605-4c56-9552-db243c357c41" providerId="ADAL" clId="{6D2909A9-3A4F-4FEC-8B51-C25A7D9A5774}" dt="2026-05-15T12:30:27.263" v="9840" actId="20577"/>
          <ac:spMkLst>
            <pc:docMk/>
            <pc:sldMk cId="0" sldId="271"/>
            <ac:spMk id="18" creationId="{00000000-0000-0000-0000-000000000000}"/>
          </ac:spMkLst>
        </pc:spChg>
      </pc:sldChg>
      <pc:sldChg chg="add del setBg">
        <pc:chgData name="Surajit Middya" userId="4ddb1ac2-4605-4c56-9552-db243c357c41" providerId="ADAL" clId="{6D2909A9-3A4F-4FEC-8B51-C25A7D9A5774}" dt="2026-05-15T08:09:39.054" v="5245" actId="47"/>
        <pc:sldMkLst>
          <pc:docMk/>
          <pc:sldMk cId="492790088" sldId="272"/>
        </pc:sldMkLst>
      </pc:sldChg>
      <pc:sldChg chg="addSp delSp modSp add del mod setBg">
        <pc:chgData name="Surajit Middya" userId="4ddb1ac2-4605-4c56-9552-db243c357c41" providerId="ADAL" clId="{6D2909A9-3A4F-4FEC-8B51-C25A7D9A5774}" dt="2026-05-15T07:31:25.154" v="3560" actId="47"/>
        <pc:sldMkLst>
          <pc:docMk/>
          <pc:sldMk cId="1474361512" sldId="272"/>
        </pc:sldMkLst>
        <pc:spChg chg="del">
          <ac:chgData name="Surajit Middya" userId="4ddb1ac2-4605-4c56-9552-db243c357c41" providerId="ADAL" clId="{6D2909A9-3A4F-4FEC-8B51-C25A7D9A5774}" dt="2026-05-15T07:28:19.104" v="3555" actId="478"/>
          <ac:spMkLst>
            <pc:docMk/>
            <pc:sldMk cId="1474361512" sldId="272"/>
            <ac:spMk id="4" creationId="{DE74EC92-1DA1-1F4F-9343-E7A56188C042}"/>
          </ac:spMkLst>
        </pc:spChg>
        <pc:spChg chg="del">
          <ac:chgData name="Surajit Middya" userId="4ddb1ac2-4605-4c56-9552-db243c357c41" providerId="ADAL" clId="{6D2909A9-3A4F-4FEC-8B51-C25A7D9A5774}" dt="2026-05-15T07:28:19.104" v="3555" actId="478"/>
          <ac:spMkLst>
            <pc:docMk/>
            <pc:sldMk cId="1474361512" sldId="272"/>
            <ac:spMk id="6" creationId="{DA309ABB-D0DC-5C69-97CD-61C6E9B4D839}"/>
          </ac:spMkLst>
        </pc:spChg>
        <pc:spChg chg="del">
          <ac:chgData name="Surajit Middya" userId="4ddb1ac2-4605-4c56-9552-db243c357c41" providerId="ADAL" clId="{6D2909A9-3A4F-4FEC-8B51-C25A7D9A5774}" dt="2026-05-15T07:28:19.104" v="3555" actId="478"/>
          <ac:spMkLst>
            <pc:docMk/>
            <pc:sldMk cId="1474361512" sldId="272"/>
            <ac:spMk id="8" creationId="{B8816704-9450-5370-D061-5BC5F6D456AB}"/>
          </ac:spMkLst>
        </pc:spChg>
        <pc:spChg chg="del">
          <ac:chgData name="Surajit Middya" userId="4ddb1ac2-4605-4c56-9552-db243c357c41" providerId="ADAL" clId="{6D2909A9-3A4F-4FEC-8B51-C25A7D9A5774}" dt="2026-05-15T07:28:19.104" v="3555" actId="478"/>
          <ac:spMkLst>
            <pc:docMk/>
            <pc:sldMk cId="1474361512" sldId="272"/>
            <ac:spMk id="16" creationId="{1F5BDB9A-6475-941B-09FC-0589D21E4920}"/>
          </ac:spMkLst>
        </pc:spChg>
        <pc:spChg chg="del">
          <ac:chgData name="Surajit Middya" userId="4ddb1ac2-4605-4c56-9552-db243c357c41" providerId="ADAL" clId="{6D2909A9-3A4F-4FEC-8B51-C25A7D9A5774}" dt="2026-05-15T07:28:19.104" v="3555" actId="478"/>
          <ac:spMkLst>
            <pc:docMk/>
            <pc:sldMk cId="1474361512" sldId="272"/>
            <ac:spMk id="19" creationId="{44FBA5BF-61D0-2389-3083-303A76B5E930}"/>
          </ac:spMkLst>
        </pc:spChg>
        <pc:spChg chg="del">
          <ac:chgData name="Surajit Middya" userId="4ddb1ac2-4605-4c56-9552-db243c357c41" providerId="ADAL" clId="{6D2909A9-3A4F-4FEC-8B51-C25A7D9A5774}" dt="2026-05-15T07:28:19.104" v="3555" actId="478"/>
          <ac:spMkLst>
            <pc:docMk/>
            <pc:sldMk cId="1474361512" sldId="272"/>
            <ac:spMk id="20" creationId="{D0E890FF-F6DC-239C-9752-34559D9A1BF8}"/>
          </ac:spMkLst>
        </pc:spChg>
        <pc:spChg chg="del">
          <ac:chgData name="Surajit Middya" userId="4ddb1ac2-4605-4c56-9552-db243c357c41" providerId="ADAL" clId="{6D2909A9-3A4F-4FEC-8B51-C25A7D9A5774}" dt="2026-05-15T07:28:19.104" v="3555" actId="478"/>
          <ac:spMkLst>
            <pc:docMk/>
            <pc:sldMk cId="1474361512" sldId="272"/>
            <ac:spMk id="28" creationId="{D20D6E22-7715-3CDE-FFD3-DF1AA502F2C9}"/>
          </ac:spMkLst>
        </pc:spChg>
        <pc:spChg chg="del">
          <ac:chgData name="Surajit Middya" userId="4ddb1ac2-4605-4c56-9552-db243c357c41" providerId="ADAL" clId="{6D2909A9-3A4F-4FEC-8B51-C25A7D9A5774}" dt="2026-05-15T07:28:19.104" v="3555" actId="478"/>
          <ac:spMkLst>
            <pc:docMk/>
            <pc:sldMk cId="1474361512" sldId="272"/>
            <ac:spMk id="31" creationId="{4A17DF01-9C82-5DC8-E2F3-304E67552D4F}"/>
          </ac:spMkLst>
        </pc:spChg>
        <pc:spChg chg="del">
          <ac:chgData name="Surajit Middya" userId="4ddb1ac2-4605-4c56-9552-db243c357c41" providerId="ADAL" clId="{6D2909A9-3A4F-4FEC-8B51-C25A7D9A5774}" dt="2026-05-15T07:28:19.104" v="3555" actId="478"/>
          <ac:spMkLst>
            <pc:docMk/>
            <pc:sldMk cId="1474361512" sldId="272"/>
            <ac:spMk id="37" creationId="{7C3C85D6-AA57-214B-2DEE-566FCB700F15}"/>
          </ac:spMkLst>
        </pc:spChg>
        <pc:spChg chg="del">
          <ac:chgData name="Surajit Middya" userId="4ddb1ac2-4605-4c56-9552-db243c357c41" providerId="ADAL" clId="{6D2909A9-3A4F-4FEC-8B51-C25A7D9A5774}" dt="2026-05-15T07:28:19.104" v="3555" actId="478"/>
          <ac:spMkLst>
            <pc:docMk/>
            <pc:sldMk cId="1474361512" sldId="272"/>
            <ac:spMk id="40" creationId="{9941DCDA-451A-E7C1-21B4-F45A5DD6584B}"/>
          </ac:spMkLst>
        </pc:spChg>
        <pc:spChg chg="add">
          <ac:chgData name="Surajit Middya" userId="4ddb1ac2-4605-4c56-9552-db243c357c41" providerId="ADAL" clId="{6D2909A9-3A4F-4FEC-8B51-C25A7D9A5774}" dt="2026-05-15T07:28:35.292" v="3557" actId="26606"/>
          <ac:spMkLst>
            <pc:docMk/>
            <pc:sldMk cId="1474361512" sldId="272"/>
            <ac:spMk id="54" creationId="{F3060C83-F051-4F0E-ABAD-AA0DFC48B218}"/>
          </ac:spMkLst>
        </pc:spChg>
        <pc:spChg chg="add">
          <ac:chgData name="Surajit Middya" userId="4ddb1ac2-4605-4c56-9552-db243c357c41" providerId="ADAL" clId="{6D2909A9-3A4F-4FEC-8B51-C25A7D9A5774}" dt="2026-05-15T07:28:35.292" v="3557" actId="26606"/>
          <ac:spMkLst>
            <pc:docMk/>
            <pc:sldMk cId="1474361512" sldId="272"/>
            <ac:spMk id="56" creationId="{83C98ABE-055B-441F-B07E-44F97F083C39}"/>
          </ac:spMkLst>
        </pc:spChg>
        <pc:spChg chg="add">
          <ac:chgData name="Surajit Middya" userId="4ddb1ac2-4605-4c56-9552-db243c357c41" providerId="ADAL" clId="{6D2909A9-3A4F-4FEC-8B51-C25A7D9A5774}" dt="2026-05-15T07:28:35.292" v="3557" actId="26606"/>
          <ac:spMkLst>
            <pc:docMk/>
            <pc:sldMk cId="1474361512" sldId="272"/>
            <ac:spMk id="58" creationId="{29FDB030-9B49-4CED-8CCD-4D99382388AC}"/>
          </ac:spMkLst>
        </pc:spChg>
        <pc:spChg chg="add">
          <ac:chgData name="Surajit Middya" userId="4ddb1ac2-4605-4c56-9552-db243c357c41" providerId="ADAL" clId="{6D2909A9-3A4F-4FEC-8B51-C25A7D9A5774}" dt="2026-05-15T07:28:35.292" v="3557" actId="26606"/>
          <ac:spMkLst>
            <pc:docMk/>
            <pc:sldMk cId="1474361512" sldId="272"/>
            <ac:spMk id="60" creationId="{3783CA14-24A1-485C-8B30-D6A5D87987AD}"/>
          </ac:spMkLst>
        </pc:spChg>
        <pc:spChg chg="add">
          <ac:chgData name="Surajit Middya" userId="4ddb1ac2-4605-4c56-9552-db243c357c41" providerId="ADAL" clId="{6D2909A9-3A4F-4FEC-8B51-C25A7D9A5774}" dt="2026-05-15T07:28:35.292" v="3557" actId="26606"/>
          <ac:spMkLst>
            <pc:docMk/>
            <pc:sldMk cId="1474361512" sldId="272"/>
            <ac:spMk id="62" creationId="{9A97C86A-04D6-40F7-AE84-31AB43E6A846}"/>
          </ac:spMkLst>
        </pc:spChg>
        <pc:spChg chg="add">
          <ac:chgData name="Surajit Middya" userId="4ddb1ac2-4605-4c56-9552-db243c357c41" providerId="ADAL" clId="{6D2909A9-3A4F-4FEC-8B51-C25A7D9A5774}" dt="2026-05-15T07:28:35.292" v="3557" actId="26606"/>
          <ac:spMkLst>
            <pc:docMk/>
            <pc:sldMk cId="1474361512" sldId="272"/>
            <ac:spMk id="64" creationId="{FF9F2414-84E8-453E-B1F3-389FDE8192D9}"/>
          </ac:spMkLst>
        </pc:spChg>
        <pc:spChg chg="add">
          <ac:chgData name="Surajit Middya" userId="4ddb1ac2-4605-4c56-9552-db243c357c41" providerId="ADAL" clId="{6D2909A9-3A4F-4FEC-8B51-C25A7D9A5774}" dt="2026-05-15T07:28:35.292" v="3557" actId="26606"/>
          <ac:spMkLst>
            <pc:docMk/>
            <pc:sldMk cId="1474361512" sldId="272"/>
            <ac:spMk id="66" creationId="{3ECA69A1-7536-43AC-85EF-C7106179F5ED}"/>
          </ac:spMkLst>
        </pc:spChg>
        <pc:picChg chg="add del mod">
          <ac:chgData name="Surajit Middya" userId="4ddb1ac2-4605-4c56-9552-db243c357c41" providerId="ADAL" clId="{6D2909A9-3A4F-4FEC-8B51-C25A7D9A5774}" dt="2026-05-15T07:30:29.953" v="3559" actId="478"/>
          <ac:picMkLst>
            <pc:docMk/>
            <pc:sldMk cId="1474361512" sldId="272"/>
            <ac:picMk id="49" creationId="{C6B05C9A-A70B-4185-A39E-82A7BF9BB38E}"/>
          </ac:picMkLst>
        </pc:picChg>
      </pc:sldChg>
      <pc:sldChg chg="modSp add del mod setBg">
        <pc:chgData name="Surajit Middya" userId="4ddb1ac2-4605-4c56-9552-db243c357c41" providerId="ADAL" clId="{6D2909A9-3A4F-4FEC-8B51-C25A7D9A5774}" dt="2026-05-15T10:56:51.541" v="9136" actId="47"/>
        <pc:sldMkLst>
          <pc:docMk/>
          <pc:sldMk cId="1573970731" sldId="272"/>
        </pc:sldMkLst>
        <pc:spChg chg="mod">
          <ac:chgData name="Surajit Middya" userId="4ddb1ac2-4605-4c56-9552-db243c357c41" providerId="ADAL" clId="{6D2909A9-3A4F-4FEC-8B51-C25A7D9A5774}" dt="2026-05-15T09:42:40.052" v="8017" actId="20577"/>
          <ac:spMkLst>
            <pc:docMk/>
            <pc:sldMk cId="1573970731" sldId="272"/>
            <ac:spMk id="4" creationId="{81E96094-FD65-D28C-CBC3-7D8B3867C302}"/>
          </ac:spMkLst>
        </pc:spChg>
      </pc:sldChg>
      <pc:sldChg chg="delSp add del mod setBg">
        <pc:chgData name="Surajit Middya" userId="4ddb1ac2-4605-4c56-9552-db243c357c41" providerId="ADAL" clId="{6D2909A9-3A4F-4FEC-8B51-C25A7D9A5774}" dt="2026-05-15T08:09:30.076" v="5243" actId="47"/>
        <pc:sldMkLst>
          <pc:docMk/>
          <pc:sldMk cId="2666695075" sldId="272"/>
        </pc:sldMkLst>
        <pc:spChg chg="del">
          <ac:chgData name="Surajit Middya" userId="4ddb1ac2-4605-4c56-9552-db243c357c41" providerId="ADAL" clId="{6D2909A9-3A4F-4FEC-8B51-C25A7D9A5774}" dt="2026-05-15T08:09:15.624" v="5241" actId="478"/>
          <ac:spMkLst>
            <pc:docMk/>
            <pc:sldMk cId="2666695075" sldId="272"/>
            <ac:spMk id="6" creationId="{6722D3C5-2136-D6E8-CBA2-6C5EB620F111}"/>
          </ac:spMkLst>
        </pc:spChg>
        <pc:spChg chg="del">
          <ac:chgData name="Surajit Middya" userId="4ddb1ac2-4605-4c56-9552-db243c357c41" providerId="ADAL" clId="{6D2909A9-3A4F-4FEC-8B51-C25A7D9A5774}" dt="2026-05-15T08:09:20.441" v="5242" actId="478"/>
          <ac:spMkLst>
            <pc:docMk/>
            <pc:sldMk cId="2666695075" sldId="272"/>
            <ac:spMk id="9" creationId="{D9E4BBCE-5B55-0EAA-DBB1-A02454665F67}"/>
          </ac:spMkLst>
        </pc:spChg>
      </pc:sldChg>
      <pc:sldChg chg="addSp delSp modSp new del mod">
        <pc:chgData name="Surajit Middya" userId="4ddb1ac2-4605-4c56-9552-db243c357c41" providerId="ADAL" clId="{6D2909A9-3A4F-4FEC-8B51-C25A7D9A5774}" dt="2026-05-15T07:45:36.474" v="4233" actId="47"/>
        <pc:sldMkLst>
          <pc:docMk/>
          <pc:sldMk cId="3848287530" sldId="272"/>
        </pc:sldMkLst>
        <pc:graphicFrameChg chg="add del modGraphic">
          <ac:chgData name="Surajit Middya" userId="4ddb1ac2-4605-4c56-9552-db243c357c41" providerId="ADAL" clId="{6D2909A9-3A4F-4FEC-8B51-C25A7D9A5774}" dt="2026-05-15T07:35:05.214" v="3568" actId="1032"/>
          <ac:graphicFrameMkLst>
            <pc:docMk/>
            <pc:sldMk cId="3848287530" sldId="272"/>
            <ac:graphicFrameMk id="2" creationId="{8A3EB4D5-6A8F-42BC-38A5-E9923CA12B8B}"/>
          </ac:graphicFrameMkLst>
        </pc:graphicFrameChg>
        <pc:graphicFrameChg chg="add modGraphic">
          <ac:chgData name="Surajit Middya" userId="4ddb1ac2-4605-4c56-9552-db243c357c41" providerId="ADAL" clId="{6D2909A9-3A4F-4FEC-8B51-C25A7D9A5774}" dt="2026-05-15T07:35:33.109" v="3569" actId="1032"/>
          <ac:graphicFrameMkLst>
            <pc:docMk/>
            <pc:sldMk cId="3848287530" sldId="272"/>
            <ac:graphicFrameMk id="3" creationId="{2866FF85-D557-0B9E-4C6A-DC93B9720538}"/>
          </ac:graphicFrameMkLst>
        </pc:graphicFrameChg>
        <pc:graphicFrameChg chg="add del modGraphic">
          <ac:chgData name="Surajit Middya" userId="4ddb1ac2-4605-4c56-9552-db243c357c41" providerId="ADAL" clId="{6D2909A9-3A4F-4FEC-8B51-C25A7D9A5774}" dt="2026-05-15T07:36:29.346" v="3571" actId="1032"/>
          <ac:graphicFrameMkLst>
            <pc:docMk/>
            <pc:sldMk cId="3848287530" sldId="272"/>
            <ac:graphicFrameMk id="4" creationId="{E5E78B97-4B0A-536E-70ED-79E7BD5A7B48}"/>
          </ac:graphicFrameMkLst>
        </pc:graphicFrameChg>
      </pc:sldChg>
      <pc:sldChg chg="add del">
        <pc:chgData name="Surajit Middya" userId="4ddb1ac2-4605-4c56-9552-db243c357c41" providerId="ADAL" clId="{6D2909A9-3A4F-4FEC-8B51-C25A7D9A5774}" dt="2026-05-15T08:23:18.753" v="5882" actId="47"/>
        <pc:sldMkLst>
          <pc:docMk/>
          <pc:sldMk cId="4035115262" sldId="272"/>
        </pc:sldMkLst>
      </pc:sldChg>
      <pc:sldChg chg="modSp add">
        <pc:chgData name="Surajit Middya" userId="4ddb1ac2-4605-4c56-9552-db243c357c41" providerId="ADAL" clId="{6D2909A9-3A4F-4FEC-8B51-C25A7D9A5774}" dt="2026-05-15T10:56:34.056" v="9135"/>
        <pc:sldMkLst>
          <pc:docMk/>
          <pc:sldMk cId="454211812" sldId="273"/>
        </pc:sldMkLst>
        <pc:spChg chg="mod">
          <ac:chgData name="Surajit Middya" userId="4ddb1ac2-4605-4c56-9552-db243c357c41" providerId="ADAL" clId="{6D2909A9-3A4F-4FEC-8B51-C25A7D9A5774}" dt="2026-05-15T10:56:34.056" v="9135"/>
          <ac:spMkLst>
            <pc:docMk/>
            <pc:sldMk cId="454211812" sldId="273"/>
            <ac:spMk id="4" creationId="{BEEA96F0-BE36-6239-AC15-8BAA919F2BC7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E810CF-9D47-463A-BAEA-F90CEB9BA7A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B7BA8A1-1441-40D9-9F1E-DD3D0713D718}">
      <dgm:prSet phldrT="[Text]" phldr="0"/>
      <dgm:spPr>
        <a:solidFill>
          <a:srgbClr val="2E7D5E"/>
        </a:solidFill>
      </dgm:spPr>
      <dgm:t>
        <a:bodyPr/>
        <a:lstStyle/>
        <a:p>
          <a:r>
            <a:rPr lang="en-IN" dirty="0"/>
            <a:t>BESS Domain Expert</a:t>
          </a:r>
        </a:p>
      </dgm:t>
    </dgm:pt>
    <dgm:pt modelId="{BA8BF901-9E41-41F3-AEEC-85DF8DBF6FFB}" type="parTrans" cxnId="{6872D1AC-8774-42AF-9363-B64ED49B8CBE}">
      <dgm:prSet/>
      <dgm:spPr/>
      <dgm:t>
        <a:bodyPr/>
        <a:lstStyle/>
        <a:p>
          <a:endParaRPr lang="en-IN"/>
        </a:p>
      </dgm:t>
    </dgm:pt>
    <dgm:pt modelId="{C42FA216-5094-4EE8-8FD6-2A348D8C7282}" type="sibTrans" cxnId="{6872D1AC-8774-42AF-9363-B64ED49B8CBE}">
      <dgm:prSet/>
      <dgm:spPr/>
      <dgm:t>
        <a:bodyPr/>
        <a:lstStyle/>
        <a:p>
          <a:endParaRPr lang="en-IN"/>
        </a:p>
      </dgm:t>
    </dgm:pt>
    <dgm:pt modelId="{22410A54-25E3-40DE-A032-5BB6B03E533D}">
      <dgm:prSet phldrT="[Text]" phldr="0"/>
      <dgm:spPr>
        <a:solidFill>
          <a:srgbClr val="2E7D5E"/>
        </a:solidFill>
      </dgm:spPr>
      <dgm:t>
        <a:bodyPr/>
        <a:lstStyle/>
        <a:p>
          <a:r>
            <a:rPr lang="en-IN" dirty="0"/>
            <a:t>Energy Market Expert</a:t>
          </a:r>
        </a:p>
      </dgm:t>
    </dgm:pt>
    <dgm:pt modelId="{3D33FD5A-113B-40D1-AE4B-FD95C58503A9}" type="parTrans" cxnId="{3E0A0697-2D86-457A-899E-6E3948ACA961}">
      <dgm:prSet/>
      <dgm:spPr/>
      <dgm:t>
        <a:bodyPr/>
        <a:lstStyle/>
        <a:p>
          <a:endParaRPr lang="en-IN"/>
        </a:p>
      </dgm:t>
    </dgm:pt>
    <dgm:pt modelId="{58E92208-7134-4849-9B5A-272CA478354C}" type="sibTrans" cxnId="{3E0A0697-2D86-457A-899E-6E3948ACA961}">
      <dgm:prSet/>
      <dgm:spPr/>
      <dgm:t>
        <a:bodyPr/>
        <a:lstStyle/>
        <a:p>
          <a:endParaRPr lang="en-IN"/>
        </a:p>
      </dgm:t>
    </dgm:pt>
    <dgm:pt modelId="{C4F6F13B-6D82-4F9D-8786-791073E7E5D6}">
      <dgm:prSet phldrT="[Text]" phldr="0"/>
      <dgm:spPr>
        <a:solidFill>
          <a:srgbClr val="2E7D5E"/>
        </a:solidFill>
      </dgm:spPr>
      <dgm:t>
        <a:bodyPr/>
        <a:lstStyle/>
        <a:p>
          <a:r>
            <a:rPr lang="en-IN" dirty="0"/>
            <a:t>Data Science &amp; AI/ML Expert</a:t>
          </a:r>
        </a:p>
      </dgm:t>
    </dgm:pt>
    <dgm:pt modelId="{E71977AE-76B5-4F37-8E3E-175DC944DCBF}" type="parTrans" cxnId="{46B2F443-2E86-472F-8388-BD12EA12AAA9}">
      <dgm:prSet/>
      <dgm:spPr/>
      <dgm:t>
        <a:bodyPr/>
        <a:lstStyle/>
        <a:p>
          <a:endParaRPr lang="en-IN"/>
        </a:p>
      </dgm:t>
    </dgm:pt>
    <dgm:pt modelId="{B7AF7C08-9B56-4DA2-BA9D-FBFFAAD568F1}" type="sibTrans" cxnId="{46B2F443-2E86-472F-8388-BD12EA12AAA9}">
      <dgm:prSet/>
      <dgm:spPr/>
      <dgm:t>
        <a:bodyPr/>
        <a:lstStyle/>
        <a:p>
          <a:endParaRPr lang="en-IN"/>
        </a:p>
      </dgm:t>
    </dgm:pt>
    <dgm:pt modelId="{7B92B7BC-10FB-40B7-B77F-BC4EF0873A18}">
      <dgm:prSet phldrT="[Text]" phldr="0"/>
      <dgm:spPr>
        <a:solidFill>
          <a:srgbClr val="2E7D5E"/>
        </a:solidFill>
      </dgm:spPr>
      <dgm:t>
        <a:bodyPr/>
        <a:lstStyle/>
        <a:p>
          <a:r>
            <a:rPr lang="en-IN" dirty="0"/>
            <a:t>Software Developer</a:t>
          </a:r>
        </a:p>
      </dgm:t>
    </dgm:pt>
    <dgm:pt modelId="{AE90062B-B18F-44DD-A5B3-9859975B3341}" type="parTrans" cxnId="{802572FB-7FA0-4292-829F-F9589045C246}">
      <dgm:prSet/>
      <dgm:spPr/>
      <dgm:t>
        <a:bodyPr/>
        <a:lstStyle/>
        <a:p>
          <a:endParaRPr lang="en-IN"/>
        </a:p>
      </dgm:t>
    </dgm:pt>
    <dgm:pt modelId="{AE9B4573-B9C6-4A0E-8AB2-4D5FF7234F7D}" type="sibTrans" cxnId="{802572FB-7FA0-4292-829F-F9589045C246}">
      <dgm:prSet/>
      <dgm:spPr/>
      <dgm:t>
        <a:bodyPr/>
        <a:lstStyle/>
        <a:p>
          <a:endParaRPr lang="en-IN"/>
        </a:p>
      </dgm:t>
    </dgm:pt>
    <dgm:pt modelId="{3F8CC788-D0E0-4820-A7BC-615B23F730D7}" type="pres">
      <dgm:prSet presAssocID="{23E810CF-9D47-463A-BAEA-F90CEB9BA7A4}" presName="linear" presStyleCnt="0">
        <dgm:presLayoutVars>
          <dgm:dir/>
          <dgm:animLvl val="lvl"/>
          <dgm:resizeHandles val="exact"/>
        </dgm:presLayoutVars>
      </dgm:prSet>
      <dgm:spPr/>
    </dgm:pt>
    <dgm:pt modelId="{E25DED32-9C21-4F96-BA76-7F243B3C2B49}" type="pres">
      <dgm:prSet presAssocID="{4B7BA8A1-1441-40D9-9F1E-DD3D0713D718}" presName="parentLin" presStyleCnt="0"/>
      <dgm:spPr/>
    </dgm:pt>
    <dgm:pt modelId="{09C1B903-491E-4CB8-A9C3-35D1C27512D0}" type="pres">
      <dgm:prSet presAssocID="{4B7BA8A1-1441-40D9-9F1E-DD3D0713D718}" presName="parentLeftMargin" presStyleLbl="node1" presStyleIdx="0" presStyleCnt="4"/>
      <dgm:spPr/>
    </dgm:pt>
    <dgm:pt modelId="{D13D53F8-47CC-4BED-A044-A681C3900FEF}" type="pres">
      <dgm:prSet presAssocID="{4B7BA8A1-1441-40D9-9F1E-DD3D0713D71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FC98E8D-3C8F-4693-A86B-130E8A97D5C1}" type="pres">
      <dgm:prSet presAssocID="{4B7BA8A1-1441-40D9-9F1E-DD3D0713D718}" presName="negativeSpace" presStyleCnt="0"/>
      <dgm:spPr/>
    </dgm:pt>
    <dgm:pt modelId="{1B8AB0A4-C51D-4C12-AAFF-B4494623CE34}" type="pres">
      <dgm:prSet presAssocID="{4B7BA8A1-1441-40D9-9F1E-DD3D0713D718}" presName="childText" presStyleLbl="conFgAcc1" presStyleIdx="0" presStyleCnt="4">
        <dgm:presLayoutVars>
          <dgm:bulletEnabled val="1"/>
        </dgm:presLayoutVars>
      </dgm:prSet>
      <dgm:spPr>
        <a:ln>
          <a:solidFill>
            <a:schemeClr val="accent6">
              <a:lumMod val="60000"/>
              <a:lumOff val="40000"/>
            </a:schemeClr>
          </a:solidFill>
        </a:ln>
      </dgm:spPr>
    </dgm:pt>
    <dgm:pt modelId="{2E54DE58-7E56-4648-B19B-5B93CF20339E}" type="pres">
      <dgm:prSet presAssocID="{C42FA216-5094-4EE8-8FD6-2A348D8C7282}" presName="spaceBetweenRectangles" presStyleCnt="0"/>
      <dgm:spPr/>
    </dgm:pt>
    <dgm:pt modelId="{7F9BA15E-1C13-4111-BC4E-17DD939AFE9A}" type="pres">
      <dgm:prSet presAssocID="{22410A54-25E3-40DE-A032-5BB6B03E533D}" presName="parentLin" presStyleCnt="0"/>
      <dgm:spPr/>
    </dgm:pt>
    <dgm:pt modelId="{7520A432-3F6E-45B6-9E62-F5628E547CCE}" type="pres">
      <dgm:prSet presAssocID="{22410A54-25E3-40DE-A032-5BB6B03E533D}" presName="parentLeftMargin" presStyleLbl="node1" presStyleIdx="0" presStyleCnt="4"/>
      <dgm:spPr/>
    </dgm:pt>
    <dgm:pt modelId="{C57D8022-D5C7-4516-AD60-4C589579B84F}" type="pres">
      <dgm:prSet presAssocID="{22410A54-25E3-40DE-A032-5BB6B03E533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DCE2D8A-4D85-43D0-96F2-7B5AAF0B7B3E}" type="pres">
      <dgm:prSet presAssocID="{22410A54-25E3-40DE-A032-5BB6B03E533D}" presName="negativeSpace" presStyleCnt="0"/>
      <dgm:spPr/>
    </dgm:pt>
    <dgm:pt modelId="{E3006514-8854-476D-B20C-BE023A6611F4}" type="pres">
      <dgm:prSet presAssocID="{22410A54-25E3-40DE-A032-5BB6B03E533D}" presName="childText" presStyleLbl="conFgAcc1" presStyleIdx="1" presStyleCnt="4">
        <dgm:presLayoutVars>
          <dgm:bulletEnabled val="1"/>
        </dgm:presLayoutVars>
      </dgm:prSet>
      <dgm:spPr>
        <a:ln>
          <a:solidFill>
            <a:schemeClr val="accent6">
              <a:lumMod val="60000"/>
              <a:lumOff val="40000"/>
            </a:schemeClr>
          </a:solidFill>
        </a:ln>
      </dgm:spPr>
    </dgm:pt>
    <dgm:pt modelId="{4B5CC5E1-41B2-4618-80DB-5B59C748427D}" type="pres">
      <dgm:prSet presAssocID="{58E92208-7134-4849-9B5A-272CA478354C}" presName="spaceBetweenRectangles" presStyleCnt="0"/>
      <dgm:spPr/>
    </dgm:pt>
    <dgm:pt modelId="{D7CF94CE-1F1C-4F4F-8AA7-C2AF11516682}" type="pres">
      <dgm:prSet presAssocID="{C4F6F13B-6D82-4F9D-8786-791073E7E5D6}" presName="parentLin" presStyleCnt="0"/>
      <dgm:spPr/>
    </dgm:pt>
    <dgm:pt modelId="{DA2469A4-A847-49C3-A1F9-3F51ADCD5169}" type="pres">
      <dgm:prSet presAssocID="{C4F6F13B-6D82-4F9D-8786-791073E7E5D6}" presName="parentLeftMargin" presStyleLbl="node1" presStyleIdx="1" presStyleCnt="4"/>
      <dgm:spPr/>
    </dgm:pt>
    <dgm:pt modelId="{9484F45A-30EB-44C6-96CD-B567819D9BC2}" type="pres">
      <dgm:prSet presAssocID="{C4F6F13B-6D82-4F9D-8786-791073E7E5D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3BCCF6D-1A26-4A06-8495-7B7A7B2EC94E}" type="pres">
      <dgm:prSet presAssocID="{C4F6F13B-6D82-4F9D-8786-791073E7E5D6}" presName="negativeSpace" presStyleCnt="0"/>
      <dgm:spPr/>
    </dgm:pt>
    <dgm:pt modelId="{4A0D1C1B-2619-49F3-8437-49D0AD8C5186}" type="pres">
      <dgm:prSet presAssocID="{C4F6F13B-6D82-4F9D-8786-791073E7E5D6}" presName="childText" presStyleLbl="conFgAcc1" presStyleIdx="2" presStyleCnt="4">
        <dgm:presLayoutVars>
          <dgm:bulletEnabled val="1"/>
        </dgm:presLayoutVars>
      </dgm:prSet>
      <dgm:spPr>
        <a:ln>
          <a:solidFill>
            <a:schemeClr val="accent6">
              <a:lumMod val="60000"/>
              <a:lumOff val="40000"/>
            </a:schemeClr>
          </a:solidFill>
        </a:ln>
      </dgm:spPr>
    </dgm:pt>
    <dgm:pt modelId="{E2B335A8-D015-455A-A686-5A9D64E99154}" type="pres">
      <dgm:prSet presAssocID="{B7AF7C08-9B56-4DA2-BA9D-FBFFAAD568F1}" presName="spaceBetweenRectangles" presStyleCnt="0"/>
      <dgm:spPr/>
    </dgm:pt>
    <dgm:pt modelId="{91F9D80E-C2DD-47B9-9B37-8E9CFC73461F}" type="pres">
      <dgm:prSet presAssocID="{7B92B7BC-10FB-40B7-B77F-BC4EF0873A18}" presName="parentLin" presStyleCnt="0"/>
      <dgm:spPr/>
    </dgm:pt>
    <dgm:pt modelId="{74016BE2-C053-44E8-9A06-9682E4ED0222}" type="pres">
      <dgm:prSet presAssocID="{7B92B7BC-10FB-40B7-B77F-BC4EF0873A18}" presName="parentLeftMargin" presStyleLbl="node1" presStyleIdx="2" presStyleCnt="4"/>
      <dgm:spPr/>
    </dgm:pt>
    <dgm:pt modelId="{EEA56076-CEA1-4FDA-8C74-3A7FC12DE106}" type="pres">
      <dgm:prSet presAssocID="{7B92B7BC-10FB-40B7-B77F-BC4EF0873A18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B2F79262-ACB0-4E7A-AD37-24A1A881DB9F}" type="pres">
      <dgm:prSet presAssocID="{7B92B7BC-10FB-40B7-B77F-BC4EF0873A18}" presName="negativeSpace" presStyleCnt="0"/>
      <dgm:spPr/>
    </dgm:pt>
    <dgm:pt modelId="{4495F185-F626-4F82-B28E-EC29025ABAA5}" type="pres">
      <dgm:prSet presAssocID="{7B92B7BC-10FB-40B7-B77F-BC4EF0873A18}" presName="childText" presStyleLbl="conFgAcc1" presStyleIdx="3" presStyleCnt="4">
        <dgm:presLayoutVars>
          <dgm:bulletEnabled val="1"/>
        </dgm:presLayoutVars>
      </dgm:prSet>
      <dgm:spPr>
        <a:ln>
          <a:solidFill>
            <a:schemeClr val="accent6">
              <a:lumMod val="60000"/>
              <a:lumOff val="40000"/>
            </a:schemeClr>
          </a:solidFill>
        </a:ln>
      </dgm:spPr>
    </dgm:pt>
  </dgm:ptLst>
  <dgm:cxnLst>
    <dgm:cxn modelId="{7AC8B902-260A-4F3C-99DB-8AB33D7BBE7D}" type="presOf" srcId="{C4F6F13B-6D82-4F9D-8786-791073E7E5D6}" destId="{DA2469A4-A847-49C3-A1F9-3F51ADCD5169}" srcOrd="0" destOrd="0" presId="urn:microsoft.com/office/officeart/2005/8/layout/list1"/>
    <dgm:cxn modelId="{A6C63029-6480-4FE9-8533-C836A6B7EE86}" type="presOf" srcId="{4B7BA8A1-1441-40D9-9F1E-DD3D0713D718}" destId="{D13D53F8-47CC-4BED-A044-A681C3900FEF}" srcOrd="1" destOrd="0" presId="urn:microsoft.com/office/officeart/2005/8/layout/list1"/>
    <dgm:cxn modelId="{6873B536-B800-4FED-83D3-F0814AB91586}" type="presOf" srcId="{7B92B7BC-10FB-40B7-B77F-BC4EF0873A18}" destId="{EEA56076-CEA1-4FDA-8C74-3A7FC12DE106}" srcOrd="1" destOrd="0" presId="urn:microsoft.com/office/officeart/2005/8/layout/list1"/>
    <dgm:cxn modelId="{46B2F443-2E86-472F-8388-BD12EA12AAA9}" srcId="{23E810CF-9D47-463A-BAEA-F90CEB9BA7A4}" destId="{C4F6F13B-6D82-4F9D-8786-791073E7E5D6}" srcOrd="2" destOrd="0" parTransId="{E71977AE-76B5-4F37-8E3E-175DC944DCBF}" sibTransId="{B7AF7C08-9B56-4DA2-BA9D-FBFFAAD568F1}"/>
    <dgm:cxn modelId="{F0B2DF49-4C17-46F6-BE41-88B7BC58AE08}" type="presOf" srcId="{22410A54-25E3-40DE-A032-5BB6B03E533D}" destId="{7520A432-3F6E-45B6-9E62-F5628E547CCE}" srcOrd="0" destOrd="0" presId="urn:microsoft.com/office/officeart/2005/8/layout/list1"/>
    <dgm:cxn modelId="{ACE92379-2B2A-4A95-B118-D33E26EA7513}" type="presOf" srcId="{23E810CF-9D47-463A-BAEA-F90CEB9BA7A4}" destId="{3F8CC788-D0E0-4820-A7BC-615B23F730D7}" srcOrd="0" destOrd="0" presId="urn:microsoft.com/office/officeart/2005/8/layout/list1"/>
    <dgm:cxn modelId="{3E0A0697-2D86-457A-899E-6E3948ACA961}" srcId="{23E810CF-9D47-463A-BAEA-F90CEB9BA7A4}" destId="{22410A54-25E3-40DE-A032-5BB6B03E533D}" srcOrd="1" destOrd="0" parTransId="{3D33FD5A-113B-40D1-AE4B-FD95C58503A9}" sibTransId="{58E92208-7134-4849-9B5A-272CA478354C}"/>
    <dgm:cxn modelId="{696B5099-8793-4391-B336-8D3C90F013C8}" type="presOf" srcId="{22410A54-25E3-40DE-A032-5BB6B03E533D}" destId="{C57D8022-D5C7-4516-AD60-4C589579B84F}" srcOrd="1" destOrd="0" presId="urn:microsoft.com/office/officeart/2005/8/layout/list1"/>
    <dgm:cxn modelId="{6872D1AC-8774-42AF-9363-B64ED49B8CBE}" srcId="{23E810CF-9D47-463A-BAEA-F90CEB9BA7A4}" destId="{4B7BA8A1-1441-40D9-9F1E-DD3D0713D718}" srcOrd="0" destOrd="0" parTransId="{BA8BF901-9E41-41F3-AEEC-85DF8DBF6FFB}" sibTransId="{C42FA216-5094-4EE8-8FD6-2A348D8C7282}"/>
    <dgm:cxn modelId="{A5A042DE-3F96-426A-98F3-CE959512BE7C}" type="presOf" srcId="{7B92B7BC-10FB-40B7-B77F-BC4EF0873A18}" destId="{74016BE2-C053-44E8-9A06-9682E4ED0222}" srcOrd="0" destOrd="0" presId="urn:microsoft.com/office/officeart/2005/8/layout/list1"/>
    <dgm:cxn modelId="{4DB9C6E1-3256-4883-9B34-50BA360FA4D1}" type="presOf" srcId="{4B7BA8A1-1441-40D9-9F1E-DD3D0713D718}" destId="{09C1B903-491E-4CB8-A9C3-35D1C27512D0}" srcOrd="0" destOrd="0" presId="urn:microsoft.com/office/officeart/2005/8/layout/list1"/>
    <dgm:cxn modelId="{F64636EC-7833-4F4D-AB8F-264154BC56C1}" type="presOf" srcId="{C4F6F13B-6D82-4F9D-8786-791073E7E5D6}" destId="{9484F45A-30EB-44C6-96CD-B567819D9BC2}" srcOrd="1" destOrd="0" presId="urn:microsoft.com/office/officeart/2005/8/layout/list1"/>
    <dgm:cxn modelId="{802572FB-7FA0-4292-829F-F9589045C246}" srcId="{23E810CF-9D47-463A-BAEA-F90CEB9BA7A4}" destId="{7B92B7BC-10FB-40B7-B77F-BC4EF0873A18}" srcOrd="3" destOrd="0" parTransId="{AE90062B-B18F-44DD-A5B3-9859975B3341}" sibTransId="{AE9B4573-B9C6-4A0E-8AB2-4D5FF7234F7D}"/>
    <dgm:cxn modelId="{F7CCE301-FC82-498E-B851-813AD1563363}" type="presParOf" srcId="{3F8CC788-D0E0-4820-A7BC-615B23F730D7}" destId="{E25DED32-9C21-4F96-BA76-7F243B3C2B49}" srcOrd="0" destOrd="0" presId="urn:microsoft.com/office/officeart/2005/8/layout/list1"/>
    <dgm:cxn modelId="{ACD8B6BB-7F60-44EC-940A-7DCDDD36D740}" type="presParOf" srcId="{E25DED32-9C21-4F96-BA76-7F243B3C2B49}" destId="{09C1B903-491E-4CB8-A9C3-35D1C27512D0}" srcOrd="0" destOrd="0" presId="urn:microsoft.com/office/officeart/2005/8/layout/list1"/>
    <dgm:cxn modelId="{7C1D2F59-33F9-46C5-901D-A483A327B38F}" type="presParOf" srcId="{E25DED32-9C21-4F96-BA76-7F243B3C2B49}" destId="{D13D53F8-47CC-4BED-A044-A681C3900FEF}" srcOrd="1" destOrd="0" presId="urn:microsoft.com/office/officeart/2005/8/layout/list1"/>
    <dgm:cxn modelId="{C6BF2C73-6881-42ED-A58F-256E10FBBFCB}" type="presParOf" srcId="{3F8CC788-D0E0-4820-A7BC-615B23F730D7}" destId="{4FC98E8D-3C8F-4693-A86B-130E8A97D5C1}" srcOrd="1" destOrd="0" presId="urn:microsoft.com/office/officeart/2005/8/layout/list1"/>
    <dgm:cxn modelId="{1DF8A65C-68BB-4875-9C5F-F4D2E98AAFE8}" type="presParOf" srcId="{3F8CC788-D0E0-4820-A7BC-615B23F730D7}" destId="{1B8AB0A4-C51D-4C12-AAFF-B4494623CE34}" srcOrd="2" destOrd="0" presId="urn:microsoft.com/office/officeart/2005/8/layout/list1"/>
    <dgm:cxn modelId="{68B6D07E-CC59-4713-A9F5-21332D0A42C8}" type="presParOf" srcId="{3F8CC788-D0E0-4820-A7BC-615B23F730D7}" destId="{2E54DE58-7E56-4648-B19B-5B93CF20339E}" srcOrd="3" destOrd="0" presId="urn:microsoft.com/office/officeart/2005/8/layout/list1"/>
    <dgm:cxn modelId="{7E8B9769-364E-4731-BF5C-E162AE5786AF}" type="presParOf" srcId="{3F8CC788-D0E0-4820-A7BC-615B23F730D7}" destId="{7F9BA15E-1C13-4111-BC4E-17DD939AFE9A}" srcOrd="4" destOrd="0" presId="urn:microsoft.com/office/officeart/2005/8/layout/list1"/>
    <dgm:cxn modelId="{3FA3ECA1-E411-442F-8461-F5031E45AAE8}" type="presParOf" srcId="{7F9BA15E-1C13-4111-BC4E-17DD939AFE9A}" destId="{7520A432-3F6E-45B6-9E62-F5628E547CCE}" srcOrd="0" destOrd="0" presId="urn:microsoft.com/office/officeart/2005/8/layout/list1"/>
    <dgm:cxn modelId="{E313BBBB-55CD-4A46-AC85-7AD371C46932}" type="presParOf" srcId="{7F9BA15E-1C13-4111-BC4E-17DD939AFE9A}" destId="{C57D8022-D5C7-4516-AD60-4C589579B84F}" srcOrd="1" destOrd="0" presId="urn:microsoft.com/office/officeart/2005/8/layout/list1"/>
    <dgm:cxn modelId="{130DCF9A-A5F9-4E81-ABFE-EF24A3505A80}" type="presParOf" srcId="{3F8CC788-D0E0-4820-A7BC-615B23F730D7}" destId="{DDCE2D8A-4D85-43D0-96F2-7B5AAF0B7B3E}" srcOrd="5" destOrd="0" presId="urn:microsoft.com/office/officeart/2005/8/layout/list1"/>
    <dgm:cxn modelId="{AC9F8798-BC11-48A3-B7A7-AB1E88CE4CC2}" type="presParOf" srcId="{3F8CC788-D0E0-4820-A7BC-615B23F730D7}" destId="{E3006514-8854-476D-B20C-BE023A6611F4}" srcOrd="6" destOrd="0" presId="urn:microsoft.com/office/officeart/2005/8/layout/list1"/>
    <dgm:cxn modelId="{CF1654C8-523F-4D09-ADC9-3D32B29705BD}" type="presParOf" srcId="{3F8CC788-D0E0-4820-A7BC-615B23F730D7}" destId="{4B5CC5E1-41B2-4618-80DB-5B59C748427D}" srcOrd="7" destOrd="0" presId="urn:microsoft.com/office/officeart/2005/8/layout/list1"/>
    <dgm:cxn modelId="{90A899C7-E49A-4889-A67B-7788DF1513D7}" type="presParOf" srcId="{3F8CC788-D0E0-4820-A7BC-615B23F730D7}" destId="{D7CF94CE-1F1C-4F4F-8AA7-C2AF11516682}" srcOrd="8" destOrd="0" presId="urn:microsoft.com/office/officeart/2005/8/layout/list1"/>
    <dgm:cxn modelId="{DBB939FD-966C-4F45-9B31-DFAF3C1953C5}" type="presParOf" srcId="{D7CF94CE-1F1C-4F4F-8AA7-C2AF11516682}" destId="{DA2469A4-A847-49C3-A1F9-3F51ADCD5169}" srcOrd="0" destOrd="0" presId="urn:microsoft.com/office/officeart/2005/8/layout/list1"/>
    <dgm:cxn modelId="{D6D606D2-9D94-4374-94F9-A7E6D8FAA688}" type="presParOf" srcId="{D7CF94CE-1F1C-4F4F-8AA7-C2AF11516682}" destId="{9484F45A-30EB-44C6-96CD-B567819D9BC2}" srcOrd="1" destOrd="0" presId="urn:microsoft.com/office/officeart/2005/8/layout/list1"/>
    <dgm:cxn modelId="{3550DDDE-3DBC-4999-9884-593C014943FE}" type="presParOf" srcId="{3F8CC788-D0E0-4820-A7BC-615B23F730D7}" destId="{83BCCF6D-1A26-4A06-8495-7B7A7B2EC94E}" srcOrd="9" destOrd="0" presId="urn:microsoft.com/office/officeart/2005/8/layout/list1"/>
    <dgm:cxn modelId="{F385F22A-C902-44EE-A060-7474B2D01DBB}" type="presParOf" srcId="{3F8CC788-D0E0-4820-A7BC-615B23F730D7}" destId="{4A0D1C1B-2619-49F3-8437-49D0AD8C5186}" srcOrd="10" destOrd="0" presId="urn:microsoft.com/office/officeart/2005/8/layout/list1"/>
    <dgm:cxn modelId="{90A12752-FF95-4F0F-8C65-3455AE11078A}" type="presParOf" srcId="{3F8CC788-D0E0-4820-A7BC-615B23F730D7}" destId="{E2B335A8-D015-455A-A686-5A9D64E99154}" srcOrd="11" destOrd="0" presId="urn:microsoft.com/office/officeart/2005/8/layout/list1"/>
    <dgm:cxn modelId="{107B70C2-F36C-4371-AFF1-EA274D5ADC91}" type="presParOf" srcId="{3F8CC788-D0E0-4820-A7BC-615B23F730D7}" destId="{91F9D80E-C2DD-47B9-9B37-8E9CFC73461F}" srcOrd="12" destOrd="0" presId="urn:microsoft.com/office/officeart/2005/8/layout/list1"/>
    <dgm:cxn modelId="{E8B5BA20-29B5-4FE4-91ED-1192ED8AC848}" type="presParOf" srcId="{91F9D80E-C2DD-47B9-9B37-8E9CFC73461F}" destId="{74016BE2-C053-44E8-9A06-9682E4ED0222}" srcOrd="0" destOrd="0" presId="urn:microsoft.com/office/officeart/2005/8/layout/list1"/>
    <dgm:cxn modelId="{57E33C9F-8B24-4509-BEFC-BF51228C059F}" type="presParOf" srcId="{91F9D80E-C2DD-47B9-9B37-8E9CFC73461F}" destId="{EEA56076-CEA1-4FDA-8C74-3A7FC12DE106}" srcOrd="1" destOrd="0" presId="urn:microsoft.com/office/officeart/2005/8/layout/list1"/>
    <dgm:cxn modelId="{167C61E4-EB3D-4491-BFD4-29C22E65B8DE}" type="presParOf" srcId="{3F8CC788-D0E0-4820-A7BC-615B23F730D7}" destId="{B2F79262-ACB0-4E7A-AD37-24A1A881DB9F}" srcOrd="13" destOrd="0" presId="urn:microsoft.com/office/officeart/2005/8/layout/list1"/>
    <dgm:cxn modelId="{C9A8F08D-03EB-422D-B320-523791DFD952}" type="presParOf" srcId="{3F8CC788-D0E0-4820-A7BC-615B23F730D7}" destId="{4495F185-F626-4F82-B28E-EC29025ABAA5}" srcOrd="14" destOrd="0" presId="urn:microsoft.com/office/officeart/2005/8/layout/list1"/>
  </dgm:cxnLst>
  <dgm:bg/>
  <dgm:whole>
    <a:ln w="9525" cap="flat" cmpd="sng" algn="ctr">
      <a:noFill/>
      <a:prstDash val="solid"/>
      <a:round/>
      <a:headEnd type="none" w="med" len="med"/>
      <a:tailEnd type="none" w="med" len="med"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E810CF-9D47-463A-BAEA-F90CEB9BA7A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B7BA8A1-1441-40D9-9F1E-DD3D0713D718}">
      <dgm:prSet phldrT="[Text]" phldr="0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IN" dirty="0"/>
            <a:t>Prototype Fast – Validate Early</a:t>
          </a:r>
        </a:p>
      </dgm:t>
    </dgm:pt>
    <dgm:pt modelId="{BA8BF901-9E41-41F3-AEEC-85DF8DBF6FFB}" type="parTrans" cxnId="{6872D1AC-8774-42AF-9363-B64ED49B8CBE}">
      <dgm:prSet/>
      <dgm:spPr/>
      <dgm:t>
        <a:bodyPr/>
        <a:lstStyle/>
        <a:p>
          <a:endParaRPr lang="en-IN"/>
        </a:p>
      </dgm:t>
    </dgm:pt>
    <dgm:pt modelId="{C42FA216-5094-4EE8-8FD6-2A348D8C7282}" type="sibTrans" cxnId="{6872D1AC-8774-42AF-9363-B64ED49B8CBE}">
      <dgm:prSet/>
      <dgm:spPr/>
      <dgm:t>
        <a:bodyPr/>
        <a:lstStyle/>
        <a:p>
          <a:endParaRPr lang="en-IN"/>
        </a:p>
      </dgm:t>
    </dgm:pt>
    <dgm:pt modelId="{22410A54-25E3-40DE-A032-5BB6B03E533D}">
      <dgm:prSet phldrT="[Text]" phldr="0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IN" dirty="0"/>
            <a:t>Data Collection &amp; Exploration</a:t>
          </a:r>
        </a:p>
      </dgm:t>
    </dgm:pt>
    <dgm:pt modelId="{3D33FD5A-113B-40D1-AE4B-FD95C58503A9}" type="parTrans" cxnId="{3E0A0697-2D86-457A-899E-6E3948ACA961}">
      <dgm:prSet/>
      <dgm:spPr/>
      <dgm:t>
        <a:bodyPr/>
        <a:lstStyle/>
        <a:p>
          <a:endParaRPr lang="en-IN"/>
        </a:p>
      </dgm:t>
    </dgm:pt>
    <dgm:pt modelId="{58E92208-7134-4849-9B5A-272CA478354C}" type="sibTrans" cxnId="{3E0A0697-2D86-457A-899E-6E3948ACA961}">
      <dgm:prSet/>
      <dgm:spPr/>
      <dgm:t>
        <a:bodyPr/>
        <a:lstStyle/>
        <a:p>
          <a:endParaRPr lang="en-IN"/>
        </a:p>
      </dgm:t>
    </dgm:pt>
    <dgm:pt modelId="{C4F6F13B-6D82-4F9D-8786-791073E7E5D6}">
      <dgm:prSet phldrT="[Text]" phldr="0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IN" dirty="0"/>
            <a:t>Back-test Before Live Deployment</a:t>
          </a:r>
        </a:p>
      </dgm:t>
    </dgm:pt>
    <dgm:pt modelId="{E71977AE-76B5-4F37-8E3E-175DC944DCBF}" type="parTrans" cxnId="{46B2F443-2E86-472F-8388-BD12EA12AAA9}">
      <dgm:prSet/>
      <dgm:spPr/>
      <dgm:t>
        <a:bodyPr/>
        <a:lstStyle/>
        <a:p>
          <a:endParaRPr lang="en-IN"/>
        </a:p>
      </dgm:t>
    </dgm:pt>
    <dgm:pt modelId="{B7AF7C08-9B56-4DA2-BA9D-FBFFAAD568F1}" type="sibTrans" cxnId="{46B2F443-2E86-472F-8388-BD12EA12AAA9}">
      <dgm:prSet/>
      <dgm:spPr/>
      <dgm:t>
        <a:bodyPr/>
        <a:lstStyle/>
        <a:p>
          <a:endParaRPr lang="en-IN"/>
        </a:p>
      </dgm:t>
    </dgm:pt>
    <dgm:pt modelId="{7B92B7BC-10FB-40B7-B77F-BC4EF0873A18}">
      <dgm:prSet phldrT="[Text]" phldr="0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IN" dirty="0"/>
            <a:t>Safety Always Comes First</a:t>
          </a:r>
        </a:p>
      </dgm:t>
    </dgm:pt>
    <dgm:pt modelId="{AE90062B-B18F-44DD-A5B3-9859975B3341}" type="parTrans" cxnId="{802572FB-7FA0-4292-829F-F9589045C246}">
      <dgm:prSet/>
      <dgm:spPr/>
      <dgm:t>
        <a:bodyPr/>
        <a:lstStyle/>
        <a:p>
          <a:endParaRPr lang="en-IN"/>
        </a:p>
      </dgm:t>
    </dgm:pt>
    <dgm:pt modelId="{AE9B4573-B9C6-4A0E-8AB2-4D5FF7234F7D}" type="sibTrans" cxnId="{802572FB-7FA0-4292-829F-F9589045C246}">
      <dgm:prSet/>
      <dgm:spPr/>
      <dgm:t>
        <a:bodyPr/>
        <a:lstStyle/>
        <a:p>
          <a:endParaRPr lang="en-IN"/>
        </a:p>
      </dgm:t>
    </dgm:pt>
    <dgm:pt modelId="{F455856B-55D8-43C7-A084-EE672CB46758}">
      <dgm:prSet phldrT="[Text]" phldr="0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IN" dirty="0"/>
            <a:t>Build for Explainability</a:t>
          </a:r>
        </a:p>
      </dgm:t>
    </dgm:pt>
    <dgm:pt modelId="{ED77A487-CF1C-42A2-B6FC-DCBFC9CCCEF8}" type="parTrans" cxnId="{A54D4870-FD92-4104-B3AA-AACD00743197}">
      <dgm:prSet/>
      <dgm:spPr/>
      <dgm:t>
        <a:bodyPr/>
        <a:lstStyle/>
        <a:p>
          <a:endParaRPr lang="en-IN"/>
        </a:p>
      </dgm:t>
    </dgm:pt>
    <dgm:pt modelId="{4378CA5B-6C53-4EEC-94D5-948681ADEED6}" type="sibTrans" cxnId="{A54D4870-FD92-4104-B3AA-AACD00743197}">
      <dgm:prSet/>
      <dgm:spPr/>
      <dgm:t>
        <a:bodyPr/>
        <a:lstStyle/>
        <a:p>
          <a:endParaRPr lang="en-IN"/>
        </a:p>
      </dgm:t>
    </dgm:pt>
    <dgm:pt modelId="{4A5B265D-7E36-4612-A9E1-3BAD77F71F9D}">
      <dgm:prSet phldrT="[Text]" phldr="0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IN" dirty="0"/>
            <a:t>Modular Architecture from Day 1</a:t>
          </a:r>
        </a:p>
      </dgm:t>
    </dgm:pt>
    <dgm:pt modelId="{3505A041-DA31-4D68-891F-454AB9C9829C}" type="parTrans" cxnId="{DA7D68CA-A41E-45DA-8AFD-CFC0FE0BAB5A}">
      <dgm:prSet/>
      <dgm:spPr/>
      <dgm:t>
        <a:bodyPr/>
        <a:lstStyle/>
        <a:p>
          <a:endParaRPr lang="en-IN"/>
        </a:p>
      </dgm:t>
    </dgm:pt>
    <dgm:pt modelId="{F108C3AE-D56C-456F-8AE8-E3758F948038}" type="sibTrans" cxnId="{DA7D68CA-A41E-45DA-8AFD-CFC0FE0BAB5A}">
      <dgm:prSet/>
      <dgm:spPr/>
      <dgm:t>
        <a:bodyPr/>
        <a:lstStyle/>
        <a:p>
          <a:endParaRPr lang="en-IN"/>
        </a:p>
      </dgm:t>
    </dgm:pt>
    <dgm:pt modelId="{3F8CC788-D0E0-4820-A7BC-615B23F730D7}" type="pres">
      <dgm:prSet presAssocID="{23E810CF-9D47-463A-BAEA-F90CEB9BA7A4}" presName="linear" presStyleCnt="0">
        <dgm:presLayoutVars>
          <dgm:dir/>
          <dgm:animLvl val="lvl"/>
          <dgm:resizeHandles val="exact"/>
        </dgm:presLayoutVars>
      </dgm:prSet>
      <dgm:spPr/>
    </dgm:pt>
    <dgm:pt modelId="{E25DED32-9C21-4F96-BA76-7F243B3C2B49}" type="pres">
      <dgm:prSet presAssocID="{4B7BA8A1-1441-40D9-9F1E-DD3D0713D718}" presName="parentLin" presStyleCnt="0"/>
      <dgm:spPr/>
    </dgm:pt>
    <dgm:pt modelId="{09C1B903-491E-4CB8-A9C3-35D1C27512D0}" type="pres">
      <dgm:prSet presAssocID="{4B7BA8A1-1441-40D9-9F1E-DD3D0713D718}" presName="parentLeftMargin" presStyleLbl="node1" presStyleIdx="0" presStyleCnt="6"/>
      <dgm:spPr/>
    </dgm:pt>
    <dgm:pt modelId="{D13D53F8-47CC-4BED-A044-A681C3900FEF}" type="pres">
      <dgm:prSet presAssocID="{4B7BA8A1-1441-40D9-9F1E-DD3D0713D718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4FC98E8D-3C8F-4693-A86B-130E8A97D5C1}" type="pres">
      <dgm:prSet presAssocID="{4B7BA8A1-1441-40D9-9F1E-DD3D0713D718}" presName="negativeSpace" presStyleCnt="0"/>
      <dgm:spPr/>
    </dgm:pt>
    <dgm:pt modelId="{1B8AB0A4-C51D-4C12-AAFF-B4494623CE34}" type="pres">
      <dgm:prSet presAssocID="{4B7BA8A1-1441-40D9-9F1E-DD3D0713D718}" presName="childText" presStyleLbl="conFgAcc1" presStyleIdx="0" presStyleCnt="6">
        <dgm:presLayoutVars>
          <dgm:bulletEnabled val="1"/>
        </dgm:presLayoutVars>
      </dgm:prSet>
      <dgm:spPr>
        <a:ln>
          <a:solidFill>
            <a:schemeClr val="accent6">
              <a:lumMod val="60000"/>
              <a:lumOff val="40000"/>
            </a:schemeClr>
          </a:solidFill>
        </a:ln>
      </dgm:spPr>
    </dgm:pt>
    <dgm:pt modelId="{2E54DE58-7E56-4648-B19B-5B93CF20339E}" type="pres">
      <dgm:prSet presAssocID="{C42FA216-5094-4EE8-8FD6-2A348D8C7282}" presName="spaceBetweenRectangles" presStyleCnt="0"/>
      <dgm:spPr/>
    </dgm:pt>
    <dgm:pt modelId="{7F9BA15E-1C13-4111-BC4E-17DD939AFE9A}" type="pres">
      <dgm:prSet presAssocID="{22410A54-25E3-40DE-A032-5BB6B03E533D}" presName="parentLin" presStyleCnt="0"/>
      <dgm:spPr/>
    </dgm:pt>
    <dgm:pt modelId="{7520A432-3F6E-45B6-9E62-F5628E547CCE}" type="pres">
      <dgm:prSet presAssocID="{22410A54-25E3-40DE-A032-5BB6B03E533D}" presName="parentLeftMargin" presStyleLbl="node1" presStyleIdx="0" presStyleCnt="6"/>
      <dgm:spPr/>
    </dgm:pt>
    <dgm:pt modelId="{C57D8022-D5C7-4516-AD60-4C589579B84F}" type="pres">
      <dgm:prSet presAssocID="{22410A54-25E3-40DE-A032-5BB6B03E533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DCE2D8A-4D85-43D0-96F2-7B5AAF0B7B3E}" type="pres">
      <dgm:prSet presAssocID="{22410A54-25E3-40DE-A032-5BB6B03E533D}" presName="negativeSpace" presStyleCnt="0"/>
      <dgm:spPr/>
    </dgm:pt>
    <dgm:pt modelId="{E3006514-8854-476D-B20C-BE023A6611F4}" type="pres">
      <dgm:prSet presAssocID="{22410A54-25E3-40DE-A032-5BB6B03E533D}" presName="childText" presStyleLbl="conFgAcc1" presStyleIdx="1" presStyleCnt="6">
        <dgm:presLayoutVars>
          <dgm:bulletEnabled val="1"/>
        </dgm:presLayoutVars>
      </dgm:prSet>
      <dgm:spPr>
        <a:ln>
          <a:solidFill>
            <a:schemeClr val="accent6">
              <a:lumMod val="60000"/>
              <a:lumOff val="40000"/>
            </a:schemeClr>
          </a:solidFill>
        </a:ln>
      </dgm:spPr>
    </dgm:pt>
    <dgm:pt modelId="{4B5CC5E1-41B2-4618-80DB-5B59C748427D}" type="pres">
      <dgm:prSet presAssocID="{58E92208-7134-4849-9B5A-272CA478354C}" presName="spaceBetweenRectangles" presStyleCnt="0"/>
      <dgm:spPr/>
    </dgm:pt>
    <dgm:pt modelId="{D7CF94CE-1F1C-4F4F-8AA7-C2AF11516682}" type="pres">
      <dgm:prSet presAssocID="{C4F6F13B-6D82-4F9D-8786-791073E7E5D6}" presName="parentLin" presStyleCnt="0"/>
      <dgm:spPr/>
    </dgm:pt>
    <dgm:pt modelId="{DA2469A4-A847-49C3-A1F9-3F51ADCD5169}" type="pres">
      <dgm:prSet presAssocID="{C4F6F13B-6D82-4F9D-8786-791073E7E5D6}" presName="parentLeftMargin" presStyleLbl="node1" presStyleIdx="1" presStyleCnt="6"/>
      <dgm:spPr/>
    </dgm:pt>
    <dgm:pt modelId="{9484F45A-30EB-44C6-96CD-B567819D9BC2}" type="pres">
      <dgm:prSet presAssocID="{C4F6F13B-6D82-4F9D-8786-791073E7E5D6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83BCCF6D-1A26-4A06-8495-7B7A7B2EC94E}" type="pres">
      <dgm:prSet presAssocID="{C4F6F13B-6D82-4F9D-8786-791073E7E5D6}" presName="negativeSpace" presStyleCnt="0"/>
      <dgm:spPr/>
    </dgm:pt>
    <dgm:pt modelId="{4A0D1C1B-2619-49F3-8437-49D0AD8C5186}" type="pres">
      <dgm:prSet presAssocID="{C4F6F13B-6D82-4F9D-8786-791073E7E5D6}" presName="childText" presStyleLbl="conFgAcc1" presStyleIdx="2" presStyleCnt="6">
        <dgm:presLayoutVars>
          <dgm:bulletEnabled val="1"/>
        </dgm:presLayoutVars>
      </dgm:prSet>
      <dgm:spPr>
        <a:ln>
          <a:solidFill>
            <a:schemeClr val="accent6">
              <a:lumMod val="60000"/>
              <a:lumOff val="40000"/>
            </a:schemeClr>
          </a:solidFill>
        </a:ln>
      </dgm:spPr>
    </dgm:pt>
    <dgm:pt modelId="{E2B335A8-D015-455A-A686-5A9D64E99154}" type="pres">
      <dgm:prSet presAssocID="{B7AF7C08-9B56-4DA2-BA9D-FBFFAAD568F1}" presName="spaceBetweenRectangles" presStyleCnt="0"/>
      <dgm:spPr/>
    </dgm:pt>
    <dgm:pt modelId="{91F9D80E-C2DD-47B9-9B37-8E9CFC73461F}" type="pres">
      <dgm:prSet presAssocID="{7B92B7BC-10FB-40B7-B77F-BC4EF0873A18}" presName="parentLin" presStyleCnt="0"/>
      <dgm:spPr/>
    </dgm:pt>
    <dgm:pt modelId="{74016BE2-C053-44E8-9A06-9682E4ED0222}" type="pres">
      <dgm:prSet presAssocID="{7B92B7BC-10FB-40B7-B77F-BC4EF0873A18}" presName="parentLeftMargin" presStyleLbl="node1" presStyleIdx="2" presStyleCnt="6"/>
      <dgm:spPr/>
    </dgm:pt>
    <dgm:pt modelId="{EEA56076-CEA1-4FDA-8C74-3A7FC12DE106}" type="pres">
      <dgm:prSet presAssocID="{7B92B7BC-10FB-40B7-B77F-BC4EF0873A18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B2F79262-ACB0-4E7A-AD37-24A1A881DB9F}" type="pres">
      <dgm:prSet presAssocID="{7B92B7BC-10FB-40B7-B77F-BC4EF0873A18}" presName="negativeSpace" presStyleCnt="0"/>
      <dgm:spPr/>
    </dgm:pt>
    <dgm:pt modelId="{4495F185-F626-4F82-B28E-EC29025ABAA5}" type="pres">
      <dgm:prSet presAssocID="{7B92B7BC-10FB-40B7-B77F-BC4EF0873A18}" presName="childText" presStyleLbl="conFgAcc1" presStyleIdx="3" presStyleCnt="6">
        <dgm:presLayoutVars>
          <dgm:bulletEnabled val="1"/>
        </dgm:presLayoutVars>
      </dgm:prSet>
      <dgm:spPr>
        <a:ln>
          <a:solidFill>
            <a:schemeClr val="accent6">
              <a:lumMod val="60000"/>
              <a:lumOff val="40000"/>
            </a:schemeClr>
          </a:solidFill>
        </a:ln>
      </dgm:spPr>
    </dgm:pt>
    <dgm:pt modelId="{C2753BAF-1858-4F1B-9832-F985930D6A72}" type="pres">
      <dgm:prSet presAssocID="{AE9B4573-B9C6-4A0E-8AB2-4D5FF7234F7D}" presName="spaceBetweenRectangles" presStyleCnt="0"/>
      <dgm:spPr/>
    </dgm:pt>
    <dgm:pt modelId="{A49A7083-FB0E-49D3-92F1-D258C80BF587}" type="pres">
      <dgm:prSet presAssocID="{F455856B-55D8-43C7-A084-EE672CB46758}" presName="parentLin" presStyleCnt="0"/>
      <dgm:spPr/>
    </dgm:pt>
    <dgm:pt modelId="{358E297A-7C6E-4B3B-9825-BF81EE0886FD}" type="pres">
      <dgm:prSet presAssocID="{F455856B-55D8-43C7-A084-EE672CB46758}" presName="parentLeftMargin" presStyleLbl="node1" presStyleIdx="3" presStyleCnt="6"/>
      <dgm:spPr/>
    </dgm:pt>
    <dgm:pt modelId="{8DD9B2DB-65E0-4DE5-A3A8-36065531053E}" type="pres">
      <dgm:prSet presAssocID="{F455856B-55D8-43C7-A084-EE672CB46758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371D7BD2-0B60-4A5C-BA25-BA3A87F6C898}" type="pres">
      <dgm:prSet presAssocID="{F455856B-55D8-43C7-A084-EE672CB46758}" presName="negativeSpace" presStyleCnt="0"/>
      <dgm:spPr/>
    </dgm:pt>
    <dgm:pt modelId="{DE19E374-BE8B-4B43-8013-CFED27C3B13D}" type="pres">
      <dgm:prSet presAssocID="{F455856B-55D8-43C7-A084-EE672CB46758}" presName="childText" presStyleLbl="conFgAcc1" presStyleIdx="4" presStyleCnt="6">
        <dgm:presLayoutVars>
          <dgm:bulletEnabled val="1"/>
        </dgm:presLayoutVars>
      </dgm:prSet>
      <dgm:spPr>
        <a:ln>
          <a:solidFill>
            <a:schemeClr val="accent6">
              <a:lumMod val="60000"/>
              <a:lumOff val="40000"/>
            </a:schemeClr>
          </a:solidFill>
        </a:ln>
      </dgm:spPr>
    </dgm:pt>
    <dgm:pt modelId="{5A342049-A751-4EE4-ACC3-B7CF47D13C4A}" type="pres">
      <dgm:prSet presAssocID="{4378CA5B-6C53-4EEC-94D5-948681ADEED6}" presName="spaceBetweenRectangles" presStyleCnt="0"/>
      <dgm:spPr/>
    </dgm:pt>
    <dgm:pt modelId="{63F67F71-B5CA-4F2A-9B75-308761D97906}" type="pres">
      <dgm:prSet presAssocID="{4A5B265D-7E36-4612-A9E1-3BAD77F71F9D}" presName="parentLin" presStyleCnt="0"/>
      <dgm:spPr/>
    </dgm:pt>
    <dgm:pt modelId="{526A0869-EE02-4F17-97C9-5A9A6043000B}" type="pres">
      <dgm:prSet presAssocID="{4A5B265D-7E36-4612-A9E1-3BAD77F71F9D}" presName="parentLeftMargin" presStyleLbl="node1" presStyleIdx="4" presStyleCnt="6"/>
      <dgm:spPr/>
    </dgm:pt>
    <dgm:pt modelId="{A7D6C954-7AAE-4BF0-8743-BBA880D8E16C}" type="pres">
      <dgm:prSet presAssocID="{4A5B265D-7E36-4612-A9E1-3BAD77F71F9D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61E9D574-92A5-4E78-A2F0-9F29E5C55AB8}" type="pres">
      <dgm:prSet presAssocID="{4A5B265D-7E36-4612-A9E1-3BAD77F71F9D}" presName="negativeSpace" presStyleCnt="0"/>
      <dgm:spPr/>
    </dgm:pt>
    <dgm:pt modelId="{356C47D0-01B7-4418-BC4C-961EB7EA56AC}" type="pres">
      <dgm:prSet presAssocID="{4A5B265D-7E36-4612-A9E1-3BAD77F71F9D}" presName="childText" presStyleLbl="conFgAcc1" presStyleIdx="5" presStyleCnt="6">
        <dgm:presLayoutVars>
          <dgm:bulletEnabled val="1"/>
        </dgm:presLayoutVars>
      </dgm:prSet>
      <dgm:spPr>
        <a:ln>
          <a:solidFill>
            <a:schemeClr val="accent6">
              <a:lumMod val="60000"/>
              <a:lumOff val="40000"/>
            </a:schemeClr>
          </a:solidFill>
        </a:ln>
      </dgm:spPr>
    </dgm:pt>
  </dgm:ptLst>
  <dgm:cxnLst>
    <dgm:cxn modelId="{7AC8B902-260A-4F3C-99DB-8AB33D7BBE7D}" type="presOf" srcId="{C4F6F13B-6D82-4F9D-8786-791073E7E5D6}" destId="{DA2469A4-A847-49C3-A1F9-3F51ADCD5169}" srcOrd="0" destOrd="0" presId="urn:microsoft.com/office/officeart/2005/8/layout/list1"/>
    <dgm:cxn modelId="{14E9AA08-4492-48D0-871B-E55E356DF461}" type="presOf" srcId="{4A5B265D-7E36-4612-A9E1-3BAD77F71F9D}" destId="{A7D6C954-7AAE-4BF0-8743-BBA880D8E16C}" srcOrd="1" destOrd="0" presId="urn:microsoft.com/office/officeart/2005/8/layout/list1"/>
    <dgm:cxn modelId="{A6C63029-6480-4FE9-8533-C836A6B7EE86}" type="presOf" srcId="{4B7BA8A1-1441-40D9-9F1E-DD3D0713D718}" destId="{D13D53F8-47CC-4BED-A044-A681C3900FEF}" srcOrd="1" destOrd="0" presId="urn:microsoft.com/office/officeart/2005/8/layout/list1"/>
    <dgm:cxn modelId="{6873B536-B800-4FED-83D3-F0814AB91586}" type="presOf" srcId="{7B92B7BC-10FB-40B7-B77F-BC4EF0873A18}" destId="{EEA56076-CEA1-4FDA-8C74-3A7FC12DE106}" srcOrd="1" destOrd="0" presId="urn:microsoft.com/office/officeart/2005/8/layout/list1"/>
    <dgm:cxn modelId="{46B2F443-2E86-472F-8388-BD12EA12AAA9}" srcId="{23E810CF-9D47-463A-BAEA-F90CEB9BA7A4}" destId="{C4F6F13B-6D82-4F9D-8786-791073E7E5D6}" srcOrd="2" destOrd="0" parTransId="{E71977AE-76B5-4F37-8E3E-175DC944DCBF}" sibTransId="{B7AF7C08-9B56-4DA2-BA9D-FBFFAAD568F1}"/>
    <dgm:cxn modelId="{F0B2DF49-4C17-46F6-BE41-88B7BC58AE08}" type="presOf" srcId="{22410A54-25E3-40DE-A032-5BB6B03E533D}" destId="{7520A432-3F6E-45B6-9E62-F5628E547CCE}" srcOrd="0" destOrd="0" presId="urn:microsoft.com/office/officeart/2005/8/layout/list1"/>
    <dgm:cxn modelId="{DD9DB94F-F63A-4A38-BD3C-F3DE4D2E8E62}" type="presOf" srcId="{4A5B265D-7E36-4612-A9E1-3BAD77F71F9D}" destId="{526A0869-EE02-4F17-97C9-5A9A6043000B}" srcOrd="0" destOrd="0" presId="urn:microsoft.com/office/officeart/2005/8/layout/list1"/>
    <dgm:cxn modelId="{A54D4870-FD92-4104-B3AA-AACD00743197}" srcId="{23E810CF-9D47-463A-BAEA-F90CEB9BA7A4}" destId="{F455856B-55D8-43C7-A084-EE672CB46758}" srcOrd="4" destOrd="0" parTransId="{ED77A487-CF1C-42A2-B6FC-DCBFC9CCCEF8}" sibTransId="{4378CA5B-6C53-4EEC-94D5-948681ADEED6}"/>
    <dgm:cxn modelId="{71C91557-08B6-4382-9DE1-705CA36BD86F}" type="presOf" srcId="{F455856B-55D8-43C7-A084-EE672CB46758}" destId="{358E297A-7C6E-4B3B-9825-BF81EE0886FD}" srcOrd="0" destOrd="0" presId="urn:microsoft.com/office/officeart/2005/8/layout/list1"/>
    <dgm:cxn modelId="{ACE92379-2B2A-4A95-B118-D33E26EA7513}" type="presOf" srcId="{23E810CF-9D47-463A-BAEA-F90CEB9BA7A4}" destId="{3F8CC788-D0E0-4820-A7BC-615B23F730D7}" srcOrd="0" destOrd="0" presId="urn:microsoft.com/office/officeart/2005/8/layout/list1"/>
    <dgm:cxn modelId="{3E0A0697-2D86-457A-899E-6E3948ACA961}" srcId="{23E810CF-9D47-463A-BAEA-F90CEB9BA7A4}" destId="{22410A54-25E3-40DE-A032-5BB6B03E533D}" srcOrd="1" destOrd="0" parTransId="{3D33FD5A-113B-40D1-AE4B-FD95C58503A9}" sibTransId="{58E92208-7134-4849-9B5A-272CA478354C}"/>
    <dgm:cxn modelId="{696B5099-8793-4391-B336-8D3C90F013C8}" type="presOf" srcId="{22410A54-25E3-40DE-A032-5BB6B03E533D}" destId="{C57D8022-D5C7-4516-AD60-4C589579B84F}" srcOrd="1" destOrd="0" presId="urn:microsoft.com/office/officeart/2005/8/layout/list1"/>
    <dgm:cxn modelId="{6872D1AC-8774-42AF-9363-B64ED49B8CBE}" srcId="{23E810CF-9D47-463A-BAEA-F90CEB9BA7A4}" destId="{4B7BA8A1-1441-40D9-9F1E-DD3D0713D718}" srcOrd="0" destOrd="0" parTransId="{BA8BF901-9E41-41F3-AEEC-85DF8DBF6FFB}" sibTransId="{C42FA216-5094-4EE8-8FD6-2A348D8C7282}"/>
    <dgm:cxn modelId="{DA7D68CA-A41E-45DA-8AFD-CFC0FE0BAB5A}" srcId="{23E810CF-9D47-463A-BAEA-F90CEB9BA7A4}" destId="{4A5B265D-7E36-4612-A9E1-3BAD77F71F9D}" srcOrd="5" destOrd="0" parTransId="{3505A041-DA31-4D68-891F-454AB9C9829C}" sibTransId="{F108C3AE-D56C-456F-8AE8-E3758F948038}"/>
    <dgm:cxn modelId="{A5A042DE-3F96-426A-98F3-CE959512BE7C}" type="presOf" srcId="{7B92B7BC-10FB-40B7-B77F-BC4EF0873A18}" destId="{74016BE2-C053-44E8-9A06-9682E4ED0222}" srcOrd="0" destOrd="0" presId="urn:microsoft.com/office/officeart/2005/8/layout/list1"/>
    <dgm:cxn modelId="{4DB9C6E1-3256-4883-9B34-50BA360FA4D1}" type="presOf" srcId="{4B7BA8A1-1441-40D9-9F1E-DD3D0713D718}" destId="{09C1B903-491E-4CB8-A9C3-35D1C27512D0}" srcOrd="0" destOrd="0" presId="urn:microsoft.com/office/officeart/2005/8/layout/list1"/>
    <dgm:cxn modelId="{F64636EC-7833-4F4D-AB8F-264154BC56C1}" type="presOf" srcId="{C4F6F13B-6D82-4F9D-8786-791073E7E5D6}" destId="{9484F45A-30EB-44C6-96CD-B567819D9BC2}" srcOrd="1" destOrd="0" presId="urn:microsoft.com/office/officeart/2005/8/layout/list1"/>
    <dgm:cxn modelId="{0B2663F7-AAB9-4F79-BB6E-D329976AEA84}" type="presOf" srcId="{F455856B-55D8-43C7-A084-EE672CB46758}" destId="{8DD9B2DB-65E0-4DE5-A3A8-36065531053E}" srcOrd="1" destOrd="0" presId="urn:microsoft.com/office/officeart/2005/8/layout/list1"/>
    <dgm:cxn modelId="{802572FB-7FA0-4292-829F-F9589045C246}" srcId="{23E810CF-9D47-463A-BAEA-F90CEB9BA7A4}" destId="{7B92B7BC-10FB-40B7-B77F-BC4EF0873A18}" srcOrd="3" destOrd="0" parTransId="{AE90062B-B18F-44DD-A5B3-9859975B3341}" sibTransId="{AE9B4573-B9C6-4A0E-8AB2-4D5FF7234F7D}"/>
    <dgm:cxn modelId="{F7CCE301-FC82-498E-B851-813AD1563363}" type="presParOf" srcId="{3F8CC788-D0E0-4820-A7BC-615B23F730D7}" destId="{E25DED32-9C21-4F96-BA76-7F243B3C2B49}" srcOrd="0" destOrd="0" presId="urn:microsoft.com/office/officeart/2005/8/layout/list1"/>
    <dgm:cxn modelId="{ACD8B6BB-7F60-44EC-940A-7DCDDD36D740}" type="presParOf" srcId="{E25DED32-9C21-4F96-BA76-7F243B3C2B49}" destId="{09C1B903-491E-4CB8-A9C3-35D1C27512D0}" srcOrd="0" destOrd="0" presId="urn:microsoft.com/office/officeart/2005/8/layout/list1"/>
    <dgm:cxn modelId="{7C1D2F59-33F9-46C5-901D-A483A327B38F}" type="presParOf" srcId="{E25DED32-9C21-4F96-BA76-7F243B3C2B49}" destId="{D13D53F8-47CC-4BED-A044-A681C3900FEF}" srcOrd="1" destOrd="0" presId="urn:microsoft.com/office/officeart/2005/8/layout/list1"/>
    <dgm:cxn modelId="{C6BF2C73-6881-42ED-A58F-256E10FBBFCB}" type="presParOf" srcId="{3F8CC788-D0E0-4820-A7BC-615B23F730D7}" destId="{4FC98E8D-3C8F-4693-A86B-130E8A97D5C1}" srcOrd="1" destOrd="0" presId="urn:microsoft.com/office/officeart/2005/8/layout/list1"/>
    <dgm:cxn modelId="{1DF8A65C-68BB-4875-9C5F-F4D2E98AAFE8}" type="presParOf" srcId="{3F8CC788-D0E0-4820-A7BC-615B23F730D7}" destId="{1B8AB0A4-C51D-4C12-AAFF-B4494623CE34}" srcOrd="2" destOrd="0" presId="urn:microsoft.com/office/officeart/2005/8/layout/list1"/>
    <dgm:cxn modelId="{68B6D07E-CC59-4713-A9F5-21332D0A42C8}" type="presParOf" srcId="{3F8CC788-D0E0-4820-A7BC-615B23F730D7}" destId="{2E54DE58-7E56-4648-B19B-5B93CF20339E}" srcOrd="3" destOrd="0" presId="urn:microsoft.com/office/officeart/2005/8/layout/list1"/>
    <dgm:cxn modelId="{7E8B9769-364E-4731-BF5C-E162AE5786AF}" type="presParOf" srcId="{3F8CC788-D0E0-4820-A7BC-615B23F730D7}" destId="{7F9BA15E-1C13-4111-BC4E-17DD939AFE9A}" srcOrd="4" destOrd="0" presId="urn:microsoft.com/office/officeart/2005/8/layout/list1"/>
    <dgm:cxn modelId="{3FA3ECA1-E411-442F-8461-F5031E45AAE8}" type="presParOf" srcId="{7F9BA15E-1C13-4111-BC4E-17DD939AFE9A}" destId="{7520A432-3F6E-45B6-9E62-F5628E547CCE}" srcOrd="0" destOrd="0" presId="urn:microsoft.com/office/officeart/2005/8/layout/list1"/>
    <dgm:cxn modelId="{E313BBBB-55CD-4A46-AC85-7AD371C46932}" type="presParOf" srcId="{7F9BA15E-1C13-4111-BC4E-17DD939AFE9A}" destId="{C57D8022-D5C7-4516-AD60-4C589579B84F}" srcOrd="1" destOrd="0" presId="urn:microsoft.com/office/officeart/2005/8/layout/list1"/>
    <dgm:cxn modelId="{130DCF9A-A5F9-4E81-ABFE-EF24A3505A80}" type="presParOf" srcId="{3F8CC788-D0E0-4820-A7BC-615B23F730D7}" destId="{DDCE2D8A-4D85-43D0-96F2-7B5AAF0B7B3E}" srcOrd="5" destOrd="0" presId="urn:microsoft.com/office/officeart/2005/8/layout/list1"/>
    <dgm:cxn modelId="{AC9F8798-BC11-48A3-B7A7-AB1E88CE4CC2}" type="presParOf" srcId="{3F8CC788-D0E0-4820-A7BC-615B23F730D7}" destId="{E3006514-8854-476D-B20C-BE023A6611F4}" srcOrd="6" destOrd="0" presId="urn:microsoft.com/office/officeart/2005/8/layout/list1"/>
    <dgm:cxn modelId="{CF1654C8-523F-4D09-ADC9-3D32B29705BD}" type="presParOf" srcId="{3F8CC788-D0E0-4820-A7BC-615B23F730D7}" destId="{4B5CC5E1-41B2-4618-80DB-5B59C748427D}" srcOrd="7" destOrd="0" presId="urn:microsoft.com/office/officeart/2005/8/layout/list1"/>
    <dgm:cxn modelId="{90A899C7-E49A-4889-A67B-7788DF1513D7}" type="presParOf" srcId="{3F8CC788-D0E0-4820-A7BC-615B23F730D7}" destId="{D7CF94CE-1F1C-4F4F-8AA7-C2AF11516682}" srcOrd="8" destOrd="0" presId="urn:microsoft.com/office/officeart/2005/8/layout/list1"/>
    <dgm:cxn modelId="{DBB939FD-966C-4F45-9B31-DFAF3C1953C5}" type="presParOf" srcId="{D7CF94CE-1F1C-4F4F-8AA7-C2AF11516682}" destId="{DA2469A4-A847-49C3-A1F9-3F51ADCD5169}" srcOrd="0" destOrd="0" presId="urn:microsoft.com/office/officeart/2005/8/layout/list1"/>
    <dgm:cxn modelId="{D6D606D2-9D94-4374-94F9-A7E6D8FAA688}" type="presParOf" srcId="{D7CF94CE-1F1C-4F4F-8AA7-C2AF11516682}" destId="{9484F45A-30EB-44C6-96CD-B567819D9BC2}" srcOrd="1" destOrd="0" presId="urn:microsoft.com/office/officeart/2005/8/layout/list1"/>
    <dgm:cxn modelId="{3550DDDE-3DBC-4999-9884-593C014943FE}" type="presParOf" srcId="{3F8CC788-D0E0-4820-A7BC-615B23F730D7}" destId="{83BCCF6D-1A26-4A06-8495-7B7A7B2EC94E}" srcOrd="9" destOrd="0" presId="urn:microsoft.com/office/officeart/2005/8/layout/list1"/>
    <dgm:cxn modelId="{F385F22A-C902-44EE-A060-7474B2D01DBB}" type="presParOf" srcId="{3F8CC788-D0E0-4820-A7BC-615B23F730D7}" destId="{4A0D1C1B-2619-49F3-8437-49D0AD8C5186}" srcOrd="10" destOrd="0" presId="urn:microsoft.com/office/officeart/2005/8/layout/list1"/>
    <dgm:cxn modelId="{90A12752-FF95-4F0F-8C65-3455AE11078A}" type="presParOf" srcId="{3F8CC788-D0E0-4820-A7BC-615B23F730D7}" destId="{E2B335A8-D015-455A-A686-5A9D64E99154}" srcOrd="11" destOrd="0" presId="urn:microsoft.com/office/officeart/2005/8/layout/list1"/>
    <dgm:cxn modelId="{107B70C2-F36C-4371-AFF1-EA274D5ADC91}" type="presParOf" srcId="{3F8CC788-D0E0-4820-A7BC-615B23F730D7}" destId="{91F9D80E-C2DD-47B9-9B37-8E9CFC73461F}" srcOrd="12" destOrd="0" presId="urn:microsoft.com/office/officeart/2005/8/layout/list1"/>
    <dgm:cxn modelId="{E8B5BA20-29B5-4FE4-91ED-1192ED8AC848}" type="presParOf" srcId="{91F9D80E-C2DD-47B9-9B37-8E9CFC73461F}" destId="{74016BE2-C053-44E8-9A06-9682E4ED0222}" srcOrd="0" destOrd="0" presId="urn:microsoft.com/office/officeart/2005/8/layout/list1"/>
    <dgm:cxn modelId="{57E33C9F-8B24-4509-BEFC-BF51228C059F}" type="presParOf" srcId="{91F9D80E-C2DD-47B9-9B37-8E9CFC73461F}" destId="{EEA56076-CEA1-4FDA-8C74-3A7FC12DE106}" srcOrd="1" destOrd="0" presId="urn:microsoft.com/office/officeart/2005/8/layout/list1"/>
    <dgm:cxn modelId="{167C61E4-EB3D-4491-BFD4-29C22E65B8DE}" type="presParOf" srcId="{3F8CC788-D0E0-4820-A7BC-615B23F730D7}" destId="{B2F79262-ACB0-4E7A-AD37-24A1A881DB9F}" srcOrd="13" destOrd="0" presId="urn:microsoft.com/office/officeart/2005/8/layout/list1"/>
    <dgm:cxn modelId="{C9A8F08D-03EB-422D-B320-523791DFD952}" type="presParOf" srcId="{3F8CC788-D0E0-4820-A7BC-615B23F730D7}" destId="{4495F185-F626-4F82-B28E-EC29025ABAA5}" srcOrd="14" destOrd="0" presId="urn:microsoft.com/office/officeart/2005/8/layout/list1"/>
    <dgm:cxn modelId="{6ECC2400-C9FB-4AA1-9298-7D1E8153F2F8}" type="presParOf" srcId="{3F8CC788-D0E0-4820-A7BC-615B23F730D7}" destId="{C2753BAF-1858-4F1B-9832-F985930D6A72}" srcOrd="15" destOrd="0" presId="urn:microsoft.com/office/officeart/2005/8/layout/list1"/>
    <dgm:cxn modelId="{0780B360-05BF-4F2D-83F1-19962F4DF904}" type="presParOf" srcId="{3F8CC788-D0E0-4820-A7BC-615B23F730D7}" destId="{A49A7083-FB0E-49D3-92F1-D258C80BF587}" srcOrd="16" destOrd="0" presId="urn:microsoft.com/office/officeart/2005/8/layout/list1"/>
    <dgm:cxn modelId="{F2F33DE0-C10C-4279-AC5E-31D26663DB13}" type="presParOf" srcId="{A49A7083-FB0E-49D3-92F1-D258C80BF587}" destId="{358E297A-7C6E-4B3B-9825-BF81EE0886FD}" srcOrd="0" destOrd="0" presId="urn:microsoft.com/office/officeart/2005/8/layout/list1"/>
    <dgm:cxn modelId="{006B2943-71FD-4990-84CC-08152791B08C}" type="presParOf" srcId="{A49A7083-FB0E-49D3-92F1-D258C80BF587}" destId="{8DD9B2DB-65E0-4DE5-A3A8-36065531053E}" srcOrd="1" destOrd="0" presId="urn:microsoft.com/office/officeart/2005/8/layout/list1"/>
    <dgm:cxn modelId="{3C052982-ECA4-46FC-A72B-873B34DC6BA4}" type="presParOf" srcId="{3F8CC788-D0E0-4820-A7BC-615B23F730D7}" destId="{371D7BD2-0B60-4A5C-BA25-BA3A87F6C898}" srcOrd="17" destOrd="0" presId="urn:microsoft.com/office/officeart/2005/8/layout/list1"/>
    <dgm:cxn modelId="{6A849D67-4A2B-43DD-96DD-C941E381D343}" type="presParOf" srcId="{3F8CC788-D0E0-4820-A7BC-615B23F730D7}" destId="{DE19E374-BE8B-4B43-8013-CFED27C3B13D}" srcOrd="18" destOrd="0" presId="urn:microsoft.com/office/officeart/2005/8/layout/list1"/>
    <dgm:cxn modelId="{7D5A61AB-0713-4C36-AAA4-A68C74ED03EE}" type="presParOf" srcId="{3F8CC788-D0E0-4820-A7BC-615B23F730D7}" destId="{5A342049-A751-4EE4-ACC3-B7CF47D13C4A}" srcOrd="19" destOrd="0" presId="urn:microsoft.com/office/officeart/2005/8/layout/list1"/>
    <dgm:cxn modelId="{73695843-7EBE-408C-8777-28CBF8D4218A}" type="presParOf" srcId="{3F8CC788-D0E0-4820-A7BC-615B23F730D7}" destId="{63F67F71-B5CA-4F2A-9B75-308761D97906}" srcOrd="20" destOrd="0" presId="urn:microsoft.com/office/officeart/2005/8/layout/list1"/>
    <dgm:cxn modelId="{1EC7A3FB-C60D-4084-9B46-DDF30B1A4B12}" type="presParOf" srcId="{63F67F71-B5CA-4F2A-9B75-308761D97906}" destId="{526A0869-EE02-4F17-97C9-5A9A6043000B}" srcOrd="0" destOrd="0" presId="urn:microsoft.com/office/officeart/2005/8/layout/list1"/>
    <dgm:cxn modelId="{2045D21B-7978-4388-8DE9-F4400C70A60F}" type="presParOf" srcId="{63F67F71-B5CA-4F2A-9B75-308761D97906}" destId="{A7D6C954-7AAE-4BF0-8743-BBA880D8E16C}" srcOrd="1" destOrd="0" presId="urn:microsoft.com/office/officeart/2005/8/layout/list1"/>
    <dgm:cxn modelId="{14A2E268-83AA-4FA4-9359-9922CB027F0E}" type="presParOf" srcId="{3F8CC788-D0E0-4820-A7BC-615B23F730D7}" destId="{61E9D574-92A5-4E78-A2F0-9F29E5C55AB8}" srcOrd="21" destOrd="0" presId="urn:microsoft.com/office/officeart/2005/8/layout/list1"/>
    <dgm:cxn modelId="{EED1A9E5-C9AE-4F26-B0BB-5FB99B004D8B}" type="presParOf" srcId="{3F8CC788-D0E0-4820-A7BC-615B23F730D7}" destId="{356C47D0-01B7-4418-BC4C-961EB7EA56AC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8AB0A4-C51D-4C12-AAFF-B4494623CE34}">
      <dsp:nvSpPr>
        <dsp:cNvPr id="0" name=""/>
        <dsp:cNvSpPr/>
      </dsp:nvSpPr>
      <dsp:spPr>
        <a:xfrm>
          <a:off x="0" y="540146"/>
          <a:ext cx="3773626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3D53F8-47CC-4BED-A044-A681C3900FEF}">
      <dsp:nvSpPr>
        <dsp:cNvPr id="0" name=""/>
        <dsp:cNvSpPr/>
      </dsp:nvSpPr>
      <dsp:spPr>
        <a:xfrm>
          <a:off x="188681" y="303986"/>
          <a:ext cx="2641538" cy="472320"/>
        </a:xfrm>
        <a:prstGeom prst="roundRect">
          <a:avLst/>
        </a:prstGeom>
        <a:solidFill>
          <a:srgbClr val="2E7D5E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844" tIns="0" rIns="9984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BESS Domain Expert</a:t>
          </a:r>
        </a:p>
      </dsp:txBody>
      <dsp:txXfrm>
        <a:off x="211738" y="327043"/>
        <a:ext cx="2595424" cy="426206"/>
      </dsp:txXfrm>
    </dsp:sp>
    <dsp:sp modelId="{E3006514-8854-476D-B20C-BE023A6611F4}">
      <dsp:nvSpPr>
        <dsp:cNvPr id="0" name=""/>
        <dsp:cNvSpPr/>
      </dsp:nvSpPr>
      <dsp:spPr>
        <a:xfrm>
          <a:off x="0" y="1265906"/>
          <a:ext cx="3773626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7D8022-D5C7-4516-AD60-4C589579B84F}">
      <dsp:nvSpPr>
        <dsp:cNvPr id="0" name=""/>
        <dsp:cNvSpPr/>
      </dsp:nvSpPr>
      <dsp:spPr>
        <a:xfrm>
          <a:off x="188681" y="1029746"/>
          <a:ext cx="2641538" cy="472320"/>
        </a:xfrm>
        <a:prstGeom prst="roundRect">
          <a:avLst/>
        </a:prstGeom>
        <a:solidFill>
          <a:srgbClr val="2E7D5E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844" tIns="0" rIns="9984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Energy Market Expert</a:t>
          </a:r>
        </a:p>
      </dsp:txBody>
      <dsp:txXfrm>
        <a:off x="211738" y="1052803"/>
        <a:ext cx="2595424" cy="426206"/>
      </dsp:txXfrm>
    </dsp:sp>
    <dsp:sp modelId="{4A0D1C1B-2619-49F3-8437-49D0AD8C5186}">
      <dsp:nvSpPr>
        <dsp:cNvPr id="0" name=""/>
        <dsp:cNvSpPr/>
      </dsp:nvSpPr>
      <dsp:spPr>
        <a:xfrm>
          <a:off x="0" y="1991666"/>
          <a:ext cx="3773626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84F45A-30EB-44C6-96CD-B567819D9BC2}">
      <dsp:nvSpPr>
        <dsp:cNvPr id="0" name=""/>
        <dsp:cNvSpPr/>
      </dsp:nvSpPr>
      <dsp:spPr>
        <a:xfrm>
          <a:off x="188681" y="1755506"/>
          <a:ext cx="2641538" cy="472320"/>
        </a:xfrm>
        <a:prstGeom prst="roundRect">
          <a:avLst/>
        </a:prstGeom>
        <a:solidFill>
          <a:srgbClr val="2E7D5E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844" tIns="0" rIns="9984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Data Science &amp; AI/ML Expert</a:t>
          </a:r>
        </a:p>
      </dsp:txBody>
      <dsp:txXfrm>
        <a:off x="211738" y="1778563"/>
        <a:ext cx="2595424" cy="426206"/>
      </dsp:txXfrm>
    </dsp:sp>
    <dsp:sp modelId="{4495F185-F626-4F82-B28E-EC29025ABAA5}">
      <dsp:nvSpPr>
        <dsp:cNvPr id="0" name=""/>
        <dsp:cNvSpPr/>
      </dsp:nvSpPr>
      <dsp:spPr>
        <a:xfrm>
          <a:off x="0" y="2717426"/>
          <a:ext cx="3773626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A56076-CEA1-4FDA-8C74-3A7FC12DE106}">
      <dsp:nvSpPr>
        <dsp:cNvPr id="0" name=""/>
        <dsp:cNvSpPr/>
      </dsp:nvSpPr>
      <dsp:spPr>
        <a:xfrm>
          <a:off x="188681" y="2481266"/>
          <a:ext cx="2641538" cy="472320"/>
        </a:xfrm>
        <a:prstGeom prst="roundRect">
          <a:avLst/>
        </a:prstGeom>
        <a:solidFill>
          <a:srgbClr val="2E7D5E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844" tIns="0" rIns="9984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Software Developer</a:t>
          </a:r>
        </a:p>
      </dsp:txBody>
      <dsp:txXfrm>
        <a:off x="211738" y="2504323"/>
        <a:ext cx="2595424" cy="4262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8AB0A4-C51D-4C12-AAFF-B4494623CE34}">
      <dsp:nvSpPr>
        <dsp:cNvPr id="0" name=""/>
        <dsp:cNvSpPr/>
      </dsp:nvSpPr>
      <dsp:spPr>
        <a:xfrm>
          <a:off x="0" y="237031"/>
          <a:ext cx="4187588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3D53F8-47CC-4BED-A044-A681C3900FEF}">
      <dsp:nvSpPr>
        <dsp:cNvPr id="0" name=""/>
        <dsp:cNvSpPr/>
      </dsp:nvSpPr>
      <dsp:spPr>
        <a:xfrm>
          <a:off x="209379" y="45151"/>
          <a:ext cx="2931311" cy="383760"/>
        </a:xfrm>
        <a:prstGeom prst="round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797" tIns="0" rIns="110797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Prototype Fast – Validate Early</a:t>
          </a:r>
        </a:p>
      </dsp:txBody>
      <dsp:txXfrm>
        <a:off x="228113" y="63885"/>
        <a:ext cx="2893843" cy="346292"/>
      </dsp:txXfrm>
    </dsp:sp>
    <dsp:sp modelId="{E3006514-8854-476D-B20C-BE023A6611F4}">
      <dsp:nvSpPr>
        <dsp:cNvPr id="0" name=""/>
        <dsp:cNvSpPr/>
      </dsp:nvSpPr>
      <dsp:spPr>
        <a:xfrm>
          <a:off x="0" y="826711"/>
          <a:ext cx="4187588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7D8022-D5C7-4516-AD60-4C589579B84F}">
      <dsp:nvSpPr>
        <dsp:cNvPr id="0" name=""/>
        <dsp:cNvSpPr/>
      </dsp:nvSpPr>
      <dsp:spPr>
        <a:xfrm>
          <a:off x="209379" y="634831"/>
          <a:ext cx="2931311" cy="383760"/>
        </a:xfrm>
        <a:prstGeom prst="round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797" tIns="0" rIns="110797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Data Collection &amp; Exploration</a:t>
          </a:r>
        </a:p>
      </dsp:txBody>
      <dsp:txXfrm>
        <a:off x="228113" y="653565"/>
        <a:ext cx="2893843" cy="346292"/>
      </dsp:txXfrm>
    </dsp:sp>
    <dsp:sp modelId="{4A0D1C1B-2619-49F3-8437-49D0AD8C5186}">
      <dsp:nvSpPr>
        <dsp:cNvPr id="0" name=""/>
        <dsp:cNvSpPr/>
      </dsp:nvSpPr>
      <dsp:spPr>
        <a:xfrm>
          <a:off x="0" y="1416392"/>
          <a:ext cx="4187588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84F45A-30EB-44C6-96CD-B567819D9BC2}">
      <dsp:nvSpPr>
        <dsp:cNvPr id="0" name=""/>
        <dsp:cNvSpPr/>
      </dsp:nvSpPr>
      <dsp:spPr>
        <a:xfrm>
          <a:off x="209379" y="1224512"/>
          <a:ext cx="2931311" cy="383760"/>
        </a:xfrm>
        <a:prstGeom prst="round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797" tIns="0" rIns="110797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Back-test Before Live Deployment</a:t>
          </a:r>
        </a:p>
      </dsp:txBody>
      <dsp:txXfrm>
        <a:off x="228113" y="1243246"/>
        <a:ext cx="2893843" cy="346292"/>
      </dsp:txXfrm>
    </dsp:sp>
    <dsp:sp modelId="{4495F185-F626-4F82-B28E-EC29025ABAA5}">
      <dsp:nvSpPr>
        <dsp:cNvPr id="0" name=""/>
        <dsp:cNvSpPr/>
      </dsp:nvSpPr>
      <dsp:spPr>
        <a:xfrm>
          <a:off x="0" y="2006072"/>
          <a:ext cx="4187588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A56076-CEA1-4FDA-8C74-3A7FC12DE106}">
      <dsp:nvSpPr>
        <dsp:cNvPr id="0" name=""/>
        <dsp:cNvSpPr/>
      </dsp:nvSpPr>
      <dsp:spPr>
        <a:xfrm>
          <a:off x="209379" y="1814192"/>
          <a:ext cx="2931311" cy="383760"/>
        </a:xfrm>
        <a:prstGeom prst="round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797" tIns="0" rIns="110797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Safety Always Comes First</a:t>
          </a:r>
        </a:p>
      </dsp:txBody>
      <dsp:txXfrm>
        <a:off x="228113" y="1832926"/>
        <a:ext cx="2893843" cy="346292"/>
      </dsp:txXfrm>
    </dsp:sp>
    <dsp:sp modelId="{DE19E374-BE8B-4B43-8013-CFED27C3B13D}">
      <dsp:nvSpPr>
        <dsp:cNvPr id="0" name=""/>
        <dsp:cNvSpPr/>
      </dsp:nvSpPr>
      <dsp:spPr>
        <a:xfrm>
          <a:off x="0" y="2595752"/>
          <a:ext cx="4187588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D9B2DB-65E0-4DE5-A3A8-36065531053E}">
      <dsp:nvSpPr>
        <dsp:cNvPr id="0" name=""/>
        <dsp:cNvSpPr/>
      </dsp:nvSpPr>
      <dsp:spPr>
        <a:xfrm>
          <a:off x="209379" y="2403872"/>
          <a:ext cx="2931311" cy="383760"/>
        </a:xfrm>
        <a:prstGeom prst="round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797" tIns="0" rIns="110797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Build for Explainability</a:t>
          </a:r>
        </a:p>
      </dsp:txBody>
      <dsp:txXfrm>
        <a:off x="228113" y="2422606"/>
        <a:ext cx="2893843" cy="346292"/>
      </dsp:txXfrm>
    </dsp:sp>
    <dsp:sp modelId="{356C47D0-01B7-4418-BC4C-961EB7EA56AC}">
      <dsp:nvSpPr>
        <dsp:cNvPr id="0" name=""/>
        <dsp:cNvSpPr/>
      </dsp:nvSpPr>
      <dsp:spPr>
        <a:xfrm>
          <a:off x="0" y="3185432"/>
          <a:ext cx="4187588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D6C954-7AAE-4BF0-8743-BBA880D8E16C}">
      <dsp:nvSpPr>
        <dsp:cNvPr id="0" name=""/>
        <dsp:cNvSpPr/>
      </dsp:nvSpPr>
      <dsp:spPr>
        <a:xfrm>
          <a:off x="209379" y="2993552"/>
          <a:ext cx="2931311" cy="383760"/>
        </a:xfrm>
        <a:prstGeom prst="round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797" tIns="0" rIns="110797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Modular Architecture from Day 1</a:t>
          </a:r>
        </a:p>
      </dsp:txBody>
      <dsp:txXfrm>
        <a:off x="228113" y="3012286"/>
        <a:ext cx="2893843" cy="346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7778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7C826-19F8-7288-B614-A8784BED8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DD7F6-24D2-8D55-0336-A68229CC20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94AD01-C7AF-F049-B8D1-73DB5CE2E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616D0-229B-54C6-5577-E8B77B5CBF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908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2E7D5E">
              <a:alpha val="40000"/>
            </a:srgbClr>
          </a:solidFill>
          <a:ln w="12700">
            <a:solidFill>
              <a:srgbClr val="2E7D5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4CAF7D">
              <a:alpha val="30000"/>
            </a:srgbClr>
          </a:solidFill>
          <a:ln w="12700">
            <a:solidFill>
              <a:srgbClr val="4CAF7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2743200" cy="34747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ESYASOFT GLOBAL INNOVATION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FlexTrade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Trading &amp; Flexibility Platform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Battery Energy Storage Systems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Unlocking grid revenue streams through intelligent BESS orchestration,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market dispatch, and AI-powered business optimization</a:t>
            </a:r>
          </a:p>
          <a:p>
            <a:pPr marL="0" indent="0">
              <a:buNone/>
            </a:pPr>
            <a:endParaRPr lang="en-US" sz="1300" i="1" dirty="0">
              <a:solidFill>
                <a:srgbClr val="C8E6C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300" i="1" dirty="0">
              <a:solidFill>
                <a:srgbClr val="C8E6C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Surajit Middya, Vaibhav Tripathi, Aman Pratap, Tejas </a:t>
            </a:r>
            <a:r>
              <a:rPr lang="en-US" sz="13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Sandwar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Saurabh Kumar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4645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Topic: Integrated Energy Trading Platforms for BESS</a:t>
            </a:r>
            <a:endParaRPr lang="en-US" sz="10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288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Platform — </a:t>
            </a:r>
            <a:r>
              <a:rPr lang="en-US" sz="2800" b="1" dirty="0" err="1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FlexTrade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574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AI-native Energy trading Platform for BESS assets</a:t>
            </a:r>
            <a:endParaRPr lang="en-US" sz="13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82A39DE-4550-6C9A-F2FE-CEC8418D4311}"/>
              </a:ext>
            </a:extLst>
          </p:cNvPr>
          <p:cNvSpPr txBox="1"/>
          <p:nvPr/>
        </p:nvSpPr>
        <p:spPr>
          <a:xfrm>
            <a:off x="530351" y="1165867"/>
            <a:ext cx="8041411" cy="3118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rPr lang="en-US" dirty="0" err="1"/>
              <a:t>FlexTrade</a:t>
            </a:r>
            <a:r>
              <a:rPr lang="en-US" dirty="0"/>
              <a:t> is an AI-native integrated energy trading platform designed to optimize Battery Energy Storage System (BESS) assets across energy markets and behind-the-meter applications. </a:t>
            </a:r>
            <a:r>
              <a:rPr lang="en-IN" dirty="0"/>
              <a:t>It will help maximizing asset value, enhance grid flexibility and accelerate decarbonization</a:t>
            </a:r>
            <a:endParaRPr lang="en-US" dirty="0"/>
          </a:p>
          <a:p>
            <a:pPr>
              <a:spcAft>
                <a:spcPts val="800"/>
              </a:spcAft>
              <a:defRPr sz="1600"/>
            </a:pPr>
            <a:endParaRPr lang="en-US" b="1" dirty="0"/>
          </a:p>
          <a:p>
            <a:pPr>
              <a:spcAft>
                <a:spcPts val="800"/>
              </a:spcAft>
              <a:defRPr sz="1600"/>
            </a:pPr>
            <a:r>
              <a:rPr lang="en-US" b="1" dirty="0"/>
              <a:t>Core capabilities: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400"/>
            </a:pPr>
            <a:r>
              <a:rPr lang="en-US" dirty="0">
                <a:solidFill>
                  <a:srgbClr val="4A6B5F"/>
                </a:solidFill>
              </a:rPr>
              <a:t>Multi-market participation: Spot, ancillary services, and capacity markets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400"/>
            </a:pPr>
            <a:r>
              <a:rPr lang="en-US" dirty="0">
                <a:solidFill>
                  <a:srgbClr val="4A6B5F"/>
                </a:solidFill>
              </a:rPr>
              <a:t>AI-driven dispatch and autonomous bidding optimization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400"/>
            </a:pPr>
            <a:r>
              <a:rPr lang="en-US" dirty="0">
                <a:solidFill>
                  <a:srgbClr val="4A6B5F"/>
                </a:solidFill>
              </a:rPr>
              <a:t>Predictive peak shaving and load management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400"/>
            </a:pPr>
            <a:r>
              <a:rPr lang="en-US" dirty="0">
                <a:solidFill>
                  <a:srgbClr val="4A6B5F"/>
                </a:solidFill>
              </a:rPr>
              <a:t>Real-time analytics, reporting, and operator dashboards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400"/>
            </a:pPr>
            <a:r>
              <a:rPr lang="en-US" dirty="0">
                <a:solidFill>
                  <a:srgbClr val="4A6B5F"/>
                </a:solidFill>
              </a:rPr>
              <a:t>Built-in regulatory, grid code, and market compliance</a:t>
            </a:r>
          </a:p>
        </p:txBody>
      </p:sp>
      <p:sp>
        <p:nvSpPr>
          <p:cNvPr id="57" name="Shape 4">
            <a:extLst>
              <a:ext uri="{FF2B5EF4-FFF2-40B4-BE49-F238E27FC236}">
                <a16:creationId xmlns:a16="http://schemas.microsoft.com/office/drawing/2014/main" id="{52E2D61C-FC4B-53A8-017F-28B66506C4FD}"/>
              </a:ext>
            </a:extLst>
          </p:cNvPr>
          <p:cNvSpPr/>
          <p:nvPr/>
        </p:nvSpPr>
        <p:spPr>
          <a:xfrm>
            <a:off x="320040" y="1244766"/>
            <a:ext cx="54864" cy="64008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7">
            <a:extLst>
              <a:ext uri="{FF2B5EF4-FFF2-40B4-BE49-F238E27FC236}">
                <a16:creationId xmlns:a16="http://schemas.microsoft.com/office/drawing/2014/main" id="{885A01BD-5251-DF40-89D3-5B596ECF127B}"/>
              </a:ext>
            </a:extLst>
          </p:cNvPr>
          <p:cNvSpPr/>
          <p:nvPr/>
        </p:nvSpPr>
        <p:spPr>
          <a:xfrm>
            <a:off x="320040" y="2442323"/>
            <a:ext cx="54864" cy="64008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Bugbears of BESS Business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743200" cy="34290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417320" y="1371600"/>
            <a:ext cx="548640" cy="548640"/>
          </a:xfrm>
          <a:prstGeom prst="ellipse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4173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29768" y="2423160"/>
            <a:ext cx="2542032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owners lack unified access to multiple energy markets (spot, ancillary, capacity). Assets sit idle during high-value market windows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00400" y="1234440"/>
            <a:ext cx="2743200" cy="34290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297680" y="1371600"/>
            <a:ext cx="548640" cy="548640"/>
          </a:xfrm>
          <a:prstGeom prst="ellipse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4173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Complexity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310128" y="2423160"/>
            <a:ext cx="2542032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dispatch across frequency response, balancing, and trading requires siloed tools, manual interventions, and expensive specialist teams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080760" y="1234440"/>
            <a:ext cx="2743200" cy="34290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7178040" y="1371600"/>
            <a:ext cx="548640" cy="548640"/>
          </a:xfrm>
          <a:prstGeom prst="ellipse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4173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7220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Intelligence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190488" y="2423160"/>
            <a:ext cx="2542032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forecasting, SoC optimisation, and degradation management are either absent or handled by static rules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Globally, BESS assets worth Billions operate without an “Integrated Energy Trading Platform”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2E7D5E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Market Challenge &amp; Gap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 in the energy storage ecosystem. 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54864" cy="64008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Market Access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19" y="1572768"/>
            <a:ext cx="7750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platform connects BESS to spot, balancing, FFR, DC, and capacity markets simultaneously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194560"/>
            <a:ext cx="54864" cy="64008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212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AI-native BESS 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487168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SCADA/EMS solutions lack predictive dispatch and market price forecasting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3108960"/>
            <a:ext cx="54864" cy="64008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31272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Predictive Peak Shaving – Only Reactive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19" y="3401568"/>
            <a:ext cx="6930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peak shaving system react after consumption spikes. By then it is often too late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4023360"/>
            <a:ext cx="54864" cy="64008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4041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Purpose-Built Indian Solution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19" y="4315968"/>
            <a:ext cx="75184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is pushing for indigenization. No solution exists, that is purpose- built for Indian Energy Market &amp; Grid Dynamics 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8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743AE6-8EF3-95F4-C40B-9C3883E9A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18">
            <a:extLst>
              <a:ext uri="{FF2B5EF4-FFF2-40B4-BE49-F238E27FC236}">
                <a16:creationId xmlns:a16="http://schemas.microsoft.com/office/drawing/2014/main" id="{4155E14C-5E54-0C5B-C99C-A0574572598B}"/>
              </a:ext>
            </a:extLst>
          </p:cNvPr>
          <p:cNvSpPr/>
          <p:nvPr/>
        </p:nvSpPr>
        <p:spPr>
          <a:xfrm>
            <a:off x="6187442" y="2754008"/>
            <a:ext cx="2346567" cy="700548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Shape 10">
            <a:extLst>
              <a:ext uri="{FF2B5EF4-FFF2-40B4-BE49-F238E27FC236}">
                <a16:creationId xmlns:a16="http://schemas.microsoft.com/office/drawing/2014/main" id="{8C226A78-0A96-FBD1-2DFF-CB23F748307B}"/>
              </a:ext>
            </a:extLst>
          </p:cNvPr>
          <p:cNvSpPr/>
          <p:nvPr/>
        </p:nvSpPr>
        <p:spPr>
          <a:xfrm>
            <a:off x="6272983" y="2853660"/>
            <a:ext cx="457200" cy="45720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70671E7C-8E22-9412-5163-C7A6C5F6FE0F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09984EA-37E5-1E44-F4AE-9973EC70B475}"/>
              </a:ext>
            </a:extLst>
          </p:cNvPr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EEA96F0-BE36-6239-AC15-8BAA919F2BC7}"/>
              </a:ext>
            </a:extLst>
          </p:cNvPr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FlexTrade</a:t>
            </a:r>
            <a:r>
              <a:rPr lang="en-US" sz="28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-Deliverables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BFBCED3-319B-6860-DD97-FC44C628DEC8}"/>
              </a:ext>
            </a:extLst>
          </p:cNvPr>
          <p:cNvSpPr/>
          <p:nvPr/>
        </p:nvSpPr>
        <p:spPr>
          <a:xfrm>
            <a:off x="365760" y="7574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AI-native Energy trading Platform for BESS assets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180DC9C-B2C5-5F4D-3581-CC34100095A8}"/>
              </a:ext>
            </a:extLst>
          </p:cNvPr>
          <p:cNvSpPr/>
          <p:nvPr/>
        </p:nvSpPr>
        <p:spPr>
          <a:xfrm>
            <a:off x="3182703" y="2318445"/>
            <a:ext cx="2333195" cy="760425"/>
          </a:xfrm>
          <a:prstGeom prst="rect">
            <a:avLst/>
          </a:prstGeom>
          <a:solidFill>
            <a:srgbClr val="2E7D5E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B4DADD0-D9A2-B1EB-762B-34F38E6140C5}"/>
              </a:ext>
            </a:extLst>
          </p:cNvPr>
          <p:cNvSpPr/>
          <p:nvPr/>
        </p:nvSpPr>
        <p:spPr>
          <a:xfrm>
            <a:off x="3200400" y="2318445"/>
            <a:ext cx="2333195" cy="760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FlexTrade</a:t>
            </a:r>
            <a:endParaRPr lang="en-US" sz="1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85AD01D-5868-892C-93B2-51C4AE379608}"/>
              </a:ext>
            </a:extLst>
          </p:cNvPr>
          <p:cNvSpPr/>
          <p:nvPr/>
        </p:nvSpPr>
        <p:spPr>
          <a:xfrm>
            <a:off x="274320" y="1371600"/>
            <a:ext cx="2148840" cy="707666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330074B4-0CAC-4039-E902-4BA05BFA7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463040"/>
            <a:ext cx="411480" cy="411480"/>
          </a:xfrm>
          <a:prstGeom prst="rect">
            <a:avLst/>
          </a:prstGeom>
        </p:spPr>
      </p:pic>
      <p:sp>
        <p:nvSpPr>
          <p:cNvPr id="10" name="Shape 7">
            <a:extLst>
              <a:ext uri="{FF2B5EF4-FFF2-40B4-BE49-F238E27FC236}">
                <a16:creationId xmlns:a16="http://schemas.microsoft.com/office/drawing/2014/main" id="{DBB3C838-EF8D-A16D-AA01-2F71545CF06E}"/>
              </a:ext>
            </a:extLst>
          </p:cNvPr>
          <p:cNvSpPr/>
          <p:nvPr/>
        </p:nvSpPr>
        <p:spPr>
          <a:xfrm>
            <a:off x="320040" y="1444752"/>
            <a:ext cx="457200" cy="45720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A25A33C9-A74B-FBE1-E894-B763C9503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472184"/>
            <a:ext cx="402336" cy="402336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6075885A-B1EE-6746-DFB6-675C94C2F2F8}"/>
              </a:ext>
            </a:extLst>
          </p:cNvPr>
          <p:cNvSpPr/>
          <p:nvPr/>
        </p:nvSpPr>
        <p:spPr>
          <a:xfrm>
            <a:off x="822960" y="1371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Gateway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(Spot/Ancillary/Capacity)</a:t>
            </a:r>
            <a:endParaRPr lang="en-US" sz="11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7AE50DBA-2AD2-EC25-5FCF-D024B9960531}"/>
              </a:ext>
            </a:extLst>
          </p:cNvPr>
          <p:cNvSpPr/>
          <p:nvPr/>
        </p:nvSpPr>
        <p:spPr>
          <a:xfrm>
            <a:off x="274320" y="2746890"/>
            <a:ext cx="2148840" cy="707666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16B8CFCE-D872-10DD-E2CD-E31329A682B5}"/>
              </a:ext>
            </a:extLst>
          </p:cNvPr>
          <p:cNvSpPr/>
          <p:nvPr/>
        </p:nvSpPr>
        <p:spPr>
          <a:xfrm>
            <a:off x="340486" y="2872123"/>
            <a:ext cx="457200" cy="45720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4731FABC-211C-0D7D-F05A-D3C7520FB0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588" y="2914567"/>
            <a:ext cx="375652" cy="375652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4A05FC10-CE17-E9F5-48D2-53DCD7D9B802}"/>
              </a:ext>
            </a:extLst>
          </p:cNvPr>
          <p:cNvSpPr/>
          <p:nvPr/>
        </p:nvSpPr>
        <p:spPr>
          <a:xfrm>
            <a:off x="923250" y="2768756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Dispatch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4132ED8D-B6F2-137D-B4EE-014F18AB097E}"/>
              </a:ext>
            </a:extLst>
          </p:cNvPr>
          <p:cNvSpPr/>
          <p:nvPr/>
        </p:nvSpPr>
        <p:spPr>
          <a:xfrm>
            <a:off x="3200400" y="1144759"/>
            <a:ext cx="2243230" cy="6816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4C9113AD-C803-7617-4308-D972E092E12C}"/>
              </a:ext>
            </a:extLst>
          </p:cNvPr>
          <p:cNvSpPr/>
          <p:nvPr/>
        </p:nvSpPr>
        <p:spPr>
          <a:xfrm>
            <a:off x="3246120" y="1208772"/>
            <a:ext cx="457200" cy="45720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5" descr="preencoded.png">
            <a:extLst>
              <a:ext uri="{FF2B5EF4-FFF2-40B4-BE49-F238E27FC236}">
                <a16:creationId xmlns:a16="http://schemas.microsoft.com/office/drawing/2014/main" id="{1DD5D8A3-6B70-6C79-A214-4CE215C30E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552" y="1224401"/>
            <a:ext cx="402336" cy="402336"/>
          </a:xfrm>
          <a:prstGeom prst="rect">
            <a:avLst/>
          </a:prstGeom>
        </p:spPr>
      </p:pic>
      <p:sp>
        <p:nvSpPr>
          <p:cNvPr id="22" name="Text 14">
            <a:extLst>
              <a:ext uri="{FF2B5EF4-FFF2-40B4-BE49-F238E27FC236}">
                <a16:creationId xmlns:a16="http://schemas.microsoft.com/office/drawing/2014/main" id="{95168F7D-BF50-957C-3D4C-9AC7E6952E5B}"/>
              </a:ext>
            </a:extLst>
          </p:cNvPr>
          <p:cNvSpPr/>
          <p:nvPr/>
        </p:nvSpPr>
        <p:spPr>
          <a:xfrm>
            <a:off x="3749040" y="109432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Analytics &amp; Reporting</a:t>
            </a:r>
            <a:endParaRPr lang="en-US" sz="1100" dirty="0"/>
          </a:p>
        </p:txBody>
      </p:sp>
      <p:pic>
        <p:nvPicPr>
          <p:cNvPr id="26" name="Image 7" descr="preencoded.png">
            <a:extLst>
              <a:ext uri="{FF2B5EF4-FFF2-40B4-BE49-F238E27FC236}">
                <a16:creationId xmlns:a16="http://schemas.microsoft.com/office/drawing/2014/main" id="{7974BF1F-7B84-0A18-0E75-9BFC724B5F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3531" y="2914567"/>
            <a:ext cx="353668" cy="353668"/>
          </a:xfrm>
          <a:prstGeom prst="rect">
            <a:avLst/>
          </a:prstGeom>
        </p:spPr>
      </p:pic>
      <p:sp>
        <p:nvSpPr>
          <p:cNvPr id="28" name="Shape 18">
            <a:extLst>
              <a:ext uri="{FF2B5EF4-FFF2-40B4-BE49-F238E27FC236}">
                <a16:creationId xmlns:a16="http://schemas.microsoft.com/office/drawing/2014/main" id="{8F19D1B7-D068-53C9-F1C5-ADFD59F2FD0D}"/>
              </a:ext>
            </a:extLst>
          </p:cNvPr>
          <p:cNvSpPr/>
          <p:nvPr/>
        </p:nvSpPr>
        <p:spPr>
          <a:xfrm>
            <a:off x="6187442" y="1315554"/>
            <a:ext cx="2378421" cy="741846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9" name="Image 8" descr="preencoded.png">
            <a:extLst>
              <a:ext uri="{FF2B5EF4-FFF2-40B4-BE49-F238E27FC236}">
                <a16:creationId xmlns:a16="http://schemas.microsoft.com/office/drawing/2014/main" id="{10CA3527-F366-3262-6EE0-CC88949C88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072" y="1463040"/>
            <a:ext cx="411480" cy="411480"/>
          </a:xfrm>
          <a:prstGeom prst="rect">
            <a:avLst/>
          </a:prstGeom>
        </p:spPr>
      </p:pic>
      <p:sp>
        <p:nvSpPr>
          <p:cNvPr id="30" name="Shape 19">
            <a:extLst>
              <a:ext uri="{FF2B5EF4-FFF2-40B4-BE49-F238E27FC236}">
                <a16:creationId xmlns:a16="http://schemas.microsoft.com/office/drawing/2014/main" id="{380C0C2F-4F72-0B23-64AC-B90E34C35BC3}"/>
              </a:ext>
            </a:extLst>
          </p:cNvPr>
          <p:cNvSpPr/>
          <p:nvPr/>
        </p:nvSpPr>
        <p:spPr>
          <a:xfrm>
            <a:off x="6263640" y="1444752"/>
            <a:ext cx="457200" cy="45720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9" descr="preencoded.png">
            <a:extLst>
              <a:ext uri="{FF2B5EF4-FFF2-40B4-BE49-F238E27FC236}">
                <a16:creationId xmlns:a16="http://schemas.microsoft.com/office/drawing/2014/main" id="{567AF7E7-5592-3E03-AB13-FF1EE2F73A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072" y="1472184"/>
            <a:ext cx="402336" cy="402336"/>
          </a:xfrm>
          <a:prstGeom prst="rect">
            <a:avLst/>
          </a:prstGeom>
        </p:spPr>
      </p:pic>
      <p:sp>
        <p:nvSpPr>
          <p:cNvPr id="32" name="Text 20">
            <a:extLst>
              <a:ext uri="{FF2B5EF4-FFF2-40B4-BE49-F238E27FC236}">
                <a16:creationId xmlns:a16="http://schemas.microsoft.com/office/drawing/2014/main" id="{3085D250-0F44-7711-65AE-862E97D6964C}"/>
              </a:ext>
            </a:extLst>
          </p:cNvPr>
          <p:cNvSpPr/>
          <p:nvPr/>
        </p:nvSpPr>
        <p:spPr>
          <a:xfrm>
            <a:off x="6813752" y="1277214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Code Compliance</a:t>
            </a:r>
            <a:endParaRPr lang="en-US" sz="1100" dirty="0"/>
          </a:p>
        </p:txBody>
      </p:sp>
      <p:sp>
        <p:nvSpPr>
          <p:cNvPr id="33" name="Shape 21">
            <a:extLst>
              <a:ext uri="{FF2B5EF4-FFF2-40B4-BE49-F238E27FC236}">
                <a16:creationId xmlns:a16="http://schemas.microsoft.com/office/drawing/2014/main" id="{92EF1784-F5D8-F3DB-D4C8-F8ABC4681397}"/>
              </a:ext>
            </a:extLst>
          </p:cNvPr>
          <p:cNvSpPr/>
          <p:nvPr/>
        </p:nvSpPr>
        <p:spPr>
          <a:xfrm>
            <a:off x="3150248" y="3711669"/>
            <a:ext cx="2347943" cy="724051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2">
            <a:extLst>
              <a:ext uri="{FF2B5EF4-FFF2-40B4-BE49-F238E27FC236}">
                <a16:creationId xmlns:a16="http://schemas.microsoft.com/office/drawing/2014/main" id="{45E42CCC-23AC-6B96-F0BA-74776B4D61C2}"/>
              </a:ext>
            </a:extLst>
          </p:cNvPr>
          <p:cNvSpPr/>
          <p:nvPr/>
        </p:nvSpPr>
        <p:spPr>
          <a:xfrm>
            <a:off x="3195968" y="3839887"/>
            <a:ext cx="457200" cy="45720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11" descr="preencoded.png">
            <a:extLst>
              <a:ext uri="{FF2B5EF4-FFF2-40B4-BE49-F238E27FC236}">
                <a16:creationId xmlns:a16="http://schemas.microsoft.com/office/drawing/2014/main" id="{528A0E02-CE56-B0FD-DC36-B5FE52EC6F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23400" y="3856492"/>
            <a:ext cx="402336" cy="402336"/>
          </a:xfrm>
          <a:prstGeom prst="rect">
            <a:avLst/>
          </a:prstGeom>
        </p:spPr>
      </p:pic>
      <p:sp>
        <p:nvSpPr>
          <p:cNvPr id="37" name="Text 23">
            <a:extLst>
              <a:ext uri="{FF2B5EF4-FFF2-40B4-BE49-F238E27FC236}">
                <a16:creationId xmlns:a16="http://schemas.microsoft.com/office/drawing/2014/main" id="{C1690F4D-D57A-D636-540F-2D5C872C1A17}"/>
              </a:ext>
            </a:extLst>
          </p:cNvPr>
          <p:cNvSpPr/>
          <p:nvPr/>
        </p:nvSpPr>
        <p:spPr>
          <a:xfrm>
            <a:off x="3698888" y="3766735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Operator Dashboard</a:t>
            </a:r>
            <a:endParaRPr lang="en-US" sz="1100" dirty="0"/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3C9C354D-502D-67F5-469D-98D2C3B4AB89}"/>
              </a:ext>
            </a:extLst>
          </p:cNvPr>
          <p:cNvSpPr/>
          <p:nvPr/>
        </p:nvSpPr>
        <p:spPr>
          <a:xfrm>
            <a:off x="6865869" y="2745159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Peak Shaving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54211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Fit with Esyasoft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Complementing and extending Esyasoft's existing capabilities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3931920" cy="35661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Esyasoft Today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8470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Meter </a:t>
            </a:r>
            <a:r>
              <a:rPr lang="en-US" sz="1200" dirty="0" err="1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softwares</a:t>
            </a:r>
            <a:r>
              <a:rPr lang="en-US" sz="12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IoT platforms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317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23500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billing &amp; energy management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3464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960" y="28529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analytics and data solutions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3756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2960" y="33558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utility customer relationships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0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22960" y="38587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compliance expertise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4572000" y="1211731"/>
            <a:ext cx="4251960" cy="35661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2"/>
          <p:cNvSpPr/>
          <p:nvPr/>
        </p:nvSpPr>
        <p:spPr>
          <a:xfrm>
            <a:off x="4663440" y="1325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FlexTrade</a:t>
            </a:r>
            <a:r>
              <a:rPr lang="en-US" sz="140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Adds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4663440" y="1874520"/>
            <a:ext cx="274320" cy="27432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1892808"/>
            <a:ext cx="237744" cy="23774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029200" y="1847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</a:t>
            </a:r>
            <a:r>
              <a:rPr lang="en-US" sz="1200" dirty="0" err="1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Esyasoft’s</a:t>
            </a:r>
            <a:r>
              <a:rPr lang="en-US" sz="12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focus on AI/GenAI solutions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4663440" y="2377440"/>
            <a:ext cx="274320" cy="27432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2395728"/>
            <a:ext cx="237744" cy="23774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029200" y="2350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</a:t>
            </a:r>
            <a:r>
              <a:rPr lang="en-US" sz="1200" dirty="0" err="1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Esyasoft’s</a:t>
            </a:r>
            <a:r>
              <a:rPr lang="en-US" sz="12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Energy Trading Platform</a:t>
            </a:r>
            <a:endParaRPr lang="en-US" sz="1200" dirty="0"/>
          </a:p>
        </p:txBody>
      </p:sp>
      <p:sp>
        <p:nvSpPr>
          <p:cNvPr id="26" name="Shape 17"/>
          <p:cNvSpPr/>
          <p:nvPr/>
        </p:nvSpPr>
        <p:spPr>
          <a:xfrm>
            <a:off x="4663440" y="2880360"/>
            <a:ext cx="274320" cy="27432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2898648"/>
            <a:ext cx="237744" cy="237744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029200" y="28529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revenue stream</a:t>
            </a:r>
            <a:endParaRPr lang="en-US" sz="1200" dirty="0"/>
          </a:p>
        </p:txBody>
      </p:sp>
      <p:sp>
        <p:nvSpPr>
          <p:cNvPr id="29" name="Shape 19"/>
          <p:cNvSpPr/>
          <p:nvPr/>
        </p:nvSpPr>
        <p:spPr>
          <a:xfrm>
            <a:off x="4663440" y="3383280"/>
            <a:ext cx="274320" cy="27432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3401568"/>
            <a:ext cx="237744" cy="237744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029200" y="33558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dirty="0"/>
          </a:p>
        </p:txBody>
      </p:sp>
      <p:sp>
        <p:nvSpPr>
          <p:cNvPr id="32" name="Shape 21"/>
          <p:cNvSpPr/>
          <p:nvPr/>
        </p:nvSpPr>
        <p:spPr>
          <a:xfrm>
            <a:off x="4663440" y="3886200"/>
            <a:ext cx="274320" cy="27432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3904488"/>
            <a:ext cx="237744" cy="237744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5029200" y="335732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Moat for BESS Business</a:t>
            </a:r>
            <a:endParaRPr lang="en-US" sz="1200" dirty="0"/>
          </a:p>
        </p:txBody>
      </p:sp>
      <p:sp>
        <p:nvSpPr>
          <p:cNvPr id="35" name="Text 23"/>
          <p:cNvSpPr/>
          <p:nvPr/>
        </p:nvSpPr>
        <p:spPr>
          <a:xfrm>
            <a:off x="4190015" y="2651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36" name="Shape 24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25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FlexTrade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natural product extension enabling Esyasoft to capture the high-growth BESS monetisation market.</a:t>
            </a:r>
            <a:endParaRPr lang="en-US" sz="1100" dirty="0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342ADD14-0764-E3B3-C41F-8EA862C46717}"/>
              </a:ext>
            </a:extLst>
          </p:cNvPr>
          <p:cNvSpPr/>
          <p:nvPr/>
        </p:nvSpPr>
        <p:spPr>
          <a:xfrm>
            <a:off x="5028219" y="384303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</a:t>
            </a:r>
            <a:r>
              <a:rPr lang="en-US" sz="1200" dirty="0" err="1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Esyasoft’s</a:t>
            </a:r>
            <a:r>
              <a:rPr lang="en-US" sz="12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Mission of Energy Transition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 Proposition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</a:t>
            </a:r>
            <a:r>
              <a:rPr lang="en-US" sz="1300" i="1" dirty="0" err="1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FlexTrade</a:t>
            </a:r>
            <a:r>
              <a:rPr lang="en-US" sz="1300" i="1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delivers to every stakeholder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206240" cy="17373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4206240" cy="457200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11480" y="1307592"/>
            <a:ext cx="310896" cy="310896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1325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Owners / IPPs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1828800"/>
            <a:ext cx="128016" cy="128016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40080" y="175564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annual revenue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194560"/>
            <a:ext cx="128016" cy="128016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40080" y="212140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multi-market dispatch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560320"/>
            <a:ext cx="128016" cy="128016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40080" y="248716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OPEX with AI-managed operations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1234440"/>
            <a:ext cx="4206240" cy="17373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4754880" y="1234440"/>
            <a:ext cx="4206240" cy="457200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846320" y="1307592"/>
            <a:ext cx="310896" cy="310896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325880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212080" y="1325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&amp; DSOs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892040" y="1828800"/>
            <a:ext cx="128016" cy="128016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5074920" y="175564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flexibility without new infrastructure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892040" y="2194560"/>
            <a:ext cx="128016" cy="128016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5074920" y="212140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VPP aggregation for balancing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892040" y="2560320"/>
            <a:ext cx="128016" cy="128016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5074920" y="248716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 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320040" y="3108960"/>
            <a:ext cx="4206240" cy="17373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5"/>
          <p:cNvSpPr/>
          <p:nvPr/>
        </p:nvSpPr>
        <p:spPr>
          <a:xfrm>
            <a:off x="320040" y="3108960"/>
            <a:ext cx="4206240" cy="457200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6"/>
          <p:cNvSpPr/>
          <p:nvPr/>
        </p:nvSpPr>
        <p:spPr>
          <a:xfrm>
            <a:off x="411480" y="3182112"/>
            <a:ext cx="310896" cy="310896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3200400"/>
            <a:ext cx="274320" cy="27432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7724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Power Developers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457200" y="3703320"/>
            <a:ext cx="128016" cy="128016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9"/>
          <p:cNvSpPr/>
          <p:nvPr/>
        </p:nvSpPr>
        <p:spPr>
          <a:xfrm>
            <a:off x="640080" y="363016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combined Revenue from generation &amp; storage assets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457200" y="4069080"/>
            <a:ext cx="128016" cy="128016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1"/>
          <p:cNvSpPr/>
          <p:nvPr/>
        </p:nvSpPr>
        <p:spPr>
          <a:xfrm>
            <a:off x="640080" y="399592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Curtailment Reduction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457200" y="4434840"/>
            <a:ext cx="128016" cy="128016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3"/>
          <p:cNvSpPr/>
          <p:nvPr/>
        </p:nvSpPr>
        <p:spPr>
          <a:xfrm>
            <a:off x="640080" y="436168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Dispatch timing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4754880" y="3108960"/>
            <a:ext cx="4206240" cy="17373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5"/>
          <p:cNvSpPr/>
          <p:nvPr/>
        </p:nvSpPr>
        <p:spPr>
          <a:xfrm>
            <a:off x="4754880" y="3108960"/>
            <a:ext cx="4206240" cy="457200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6"/>
          <p:cNvSpPr/>
          <p:nvPr/>
        </p:nvSpPr>
        <p:spPr>
          <a:xfrm>
            <a:off x="4846320" y="3182112"/>
            <a:ext cx="310896" cy="310896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3200400"/>
            <a:ext cx="274320" cy="27432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21208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C&amp;I Enterprises</a:t>
            </a:r>
            <a:endParaRPr lang="en-US" sz="1200" dirty="0"/>
          </a:p>
        </p:txBody>
      </p:sp>
      <p:sp>
        <p:nvSpPr>
          <p:cNvPr id="44" name="Shape 38"/>
          <p:cNvSpPr/>
          <p:nvPr/>
        </p:nvSpPr>
        <p:spPr>
          <a:xfrm>
            <a:off x="4892040" y="3703320"/>
            <a:ext cx="128016" cy="128016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39"/>
          <p:cNvSpPr/>
          <p:nvPr/>
        </p:nvSpPr>
        <p:spPr>
          <a:xfrm>
            <a:off x="5074920" y="363016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Behind-the-meter cost optimisation</a:t>
            </a:r>
            <a:endParaRPr lang="en-US" sz="1100" dirty="0"/>
          </a:p>
        </p:txBody>
      </p:sp>
      <p:sp>
        <p:nvSpPr>
          <p:cNvPr id="46" name="Shape 40"/>
          <p:cNvSpPr/>
          <p:nvPr/>
        </p:nvSpPr>
        <p:spPr>
          <a:xfrm>
            <a:off x="4892040" y="4069080"/>
            <a:ext cx="128016" cy="128016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1"/>
          <p:cNvSpPr/>
          <p:nvPr/>
        </p:nvSpPr>
        <p:spPr>
          <a:xfrm>
            <a:off x="5074920" y="399592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charge reduction</a:t>
            </a:r>
            <a:endParaRPr lang="en-US" sz="1100" dirty="0"/>
          </a:p>
        </p:txBody>
      </p:sp>
      <p:sp>
        <p:nvSpPr>
          <p:cNvPr id="48" name="Shape 42"/>
          <p:cNvSpPr/>
          <p:nvPr/>
        </p:nvSpPr>
        <p:spPr>
          <a:xfrm>
            <a:off x="4892040" y="4434840"/>
            <a:ext cx="128016" cy="128016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3"/>
          <p:cNvSpPr/>
          <p:nvPr/>
        </p:nvSpPr>
        <p:spPr>
          <a:xfrm>
            <a:off x="5074920" y="436168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&amp; ESG Compliance</a:t>
            </a:r>
            <a:endParaRPr lang="en-US" sz="1100" dirty="0"/>
          </a:p>
        </p:txBody>
      </p:sp>
      <p:sp>
        <p:nvSpPr>
          <p:cNvPr id="50" name="Shape 44"/>
          <p:cNvSpPr/>
          <p:nvPr/>
        </p:nvSpPr>
        <p:spPr>
          <a:xfrm>
            <a:off x="320040" y="4956048"/>
            <a:ext cx="8503920" cy="54864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4">
            <a:extLst>
              <a:ext uri="{FF2B5EF4-FFF2-40B4-BE49-F238E27FC236}">
                <a16:creationId xmlns:a16="http://schemas.microsoft.com/office/drawing/2014/main" id="{9BEC14BC-EFF8-A48D-ED4B-7C2B3ECA5701}"/>
              </a:ext>
            </a:extLst>
          </p:cNvPr>
          <p:cNvSpPr/>
          <p:nvPr/>
        </p:nvSpPr>
        <p:spPr>
          <a:xfrm>
            <a:off x="3273677" y="3045056"/>
            <a:ext cx="2743200" cy="169164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5">
            <a:extLst>
              <a:ext uri="{FF2B5EF4-FFF2-40B4-BE49-F238E27FC236}">
                <a16:creationId xmlns:a16="http://schemas.microsoft.com/office/drawing/2014/main" id="{65B12EDF-4137-5D93-DA3E-040C766C3B71}"/>
              </a:ext>
            </a:extLst>
          </p:cNvPr>
          <p:cNvSpPr/>
          <p:nvPr/>
        </p:nvSpPr>
        <p:spPr>
          <a:xfrm>
            <a:off x="3267752" y="3050955"/>
            <a:ext cx="2743200" cy="411480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 &amp; Size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rapidly growing global BESS and flexibility market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743200" cy="169164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2743200" cy="411480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5272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12344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BESS Market by 2030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11480" y="1691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$120B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11480" y="2304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30%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46120" y="1188720"/>
            <a:ext cx="2743200" cy="169164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246120" y="1188720"/>
            <a:ext cx="2743200" cy="411480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252728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0" y="12344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BESS Market by 2030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337560" y="1691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$8B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3337560" y="2304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i="1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37%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72200" y="1188720"/>
            <a:ext cx="2743200" cy="169164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6172200" y="1188720"/>
            <a:ext cx="2743200" cy="411480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52728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83680" y="12344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Energy Trading Market Growth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263640" y="1691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15-20%</a:t>
            </a:r>
            <a:endParaRPr lang="en-US" sz="3000" dirty="0"/>
          </a:p>
        </p:txBody>
      </p:sp>
      <p:sp>
        <p:nvSpPr>
          <p:cNvPr id="23" name="Text 18"/>
          <p:cNvSpPr/>
          <p:nvPr/>
        </p:nvSpPr>
        <p:spPr>
          <a:xfrm>
            <a:off x="6263640" y="2304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on Year</a:t>
            </a:r>
            <a:endParaRPr lang="en-US" sz="1000" dirty="0"/>
          </a:p>
        </p:txBody>
      </p:sp>
      <p:pic>
        <p:nvPicPr>
          <p:cNvPr id="38" name="Image 0" descr="preencoded.png">
            <a:extLst>
              <a:ext uri="{FF2B5EF4-FFF2-40B4-BE49-F238E27FC236}">
                <a16:creationId xmlns:a16="http://schemas.microsoft.com/office/drawing/2014/main" id="{F80C7B2D-8FCE-A6A9-32D7-9371E71A8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117" y="3109064"/>
            <a:ext cx="292608" cy="292608"/>
          </a:xfrm>
          <a:prstGeom prst="rect">
            <a:avLst/>
          </a:prstGeom>
        </p:spPr>
      </p:pic>
      <p:sp>
        <p:nvSpPr>
          <p:cNvPr id="40" name="Text 6">
            <a:extLst>
              <a:ext uri="{FF2B5EF4-FFF2-40B4-BE49-F238E27FC236}">
                <a16:creationId xmlns:a16="http://schemas.microsoft.com/office/drawing/2014/main" id="{AFF9F3F8-79C3-7130-3FE4-BE274CF84525}"/>
              </a:ext>
            </a:extLst>
          </p:cNvPr>
          <p:cNvSpPr/>
          <p:nvPr/>
        </p:nvSpPr>
        <p:spPr>
          <a:xfrm>
            <a:off x="3685157" y="30907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Energy Software Market by 2030</a:t>
            </a:r>
            <a:endParaRPr lang="en-US" sz="1050" dirty="0"/>
          </a:p>
        </p:txBody>
      </p:sp>
      <p:sp>
        <p:nvSpPr>
          <p:cNvPr id="42" name="Text 7">
            <a:extLst>
              <a:ext uri="{FF2B5EF4-FFF2-40B4-BE49-F238E27FC236}">
                <a16:creationId xmlns:a16="http://schemas.microsoft.com/office/drawing/2014/main" id="{75D10555-08E3-2A2F-E116-49A9D30C74CA}"/>
              </a:ext>
            </a:extLst>
          </p:cNvPr>
          <p:cNvSpPr/>
          <p:nvPr/>
        </p:nvSpPr>
        <p:spPr>
          <a:xfrm>
            <a:off x="3365117" y="354797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$2.5B</a:t>
            </a:r>
            <a:endParaRPr lang="en-US" sz="3000" dirty="0"/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7F86E3C5-E505-18E4-72FD-21B4BEEAE96C}"/>
              </a:ext>
            </a:extLst>
          </p:cNvPr>
          <p:cNvSpPr/>
          <p:nvPr/>
        </p:nvSpPr>
        <p:spPr>
          <a:xfrm>
            <a:off x="3365117" y="41606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 vs. Existing Solutions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</a:t>
            </a:r>
            <a:r>
              <a:rPr lang="en-US" sz="1300" i="1" dirty="0" err="1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FlexTrade</a:t>
            </a:r>
            <a:r>
              <a:rPr lang="en-US" sz="1300" i="1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wins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759977"/>
              </p:ext>
            </p:extLst>
          </p:nvPr>
        </p:nvGraphicFramePr>
        <p:xfrm>
          <a:off x="320040" y="1234440"/>
          <a:ext cx="8686800" cy="3200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</a:rPr>
                        <a:t>FlexTrade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Traditional EMS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SCADA-only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Generic Trading SW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6B5F"/>
                          </a:solidFill>
                        </a:rPr>
                        <a:t>Multi-market dispatch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5E"/>
                          </a:solidFill>
                        </a:rPr>
                        <a:t>✓ Real-time AI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6B5F"/>
                          </a:solidFill>
                        </a:rPr>
                        <a:t>Manual / Limited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32F2F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6B5F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6B5F"/>
                          </a:solidFill>
                        </a:rPr>
                        <a:t>Peak Shaving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5E"/>
                          </a:solidFill>
                        </a:rPr>
                        <a:t>✓ ML-native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32F2F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6B5F"/>
                          </a:solidFill>
                        </a:rPr>
                        <a:t>Basic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32F2F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6B5F"/>
                          </a:solidFill>
                        </a:rPr>
                        <a:t>VPP aggregation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5E"/>
                          </a:solidFill>
                        </a:rPr>
                        <a:t>✓ Built-in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32F2F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32F2F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6B5F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6B5F"/>
                          </a:solidFill>
                        </a:rPr>
                        <a:t>Emerging Market Readiness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5E"/>
                          </a:solidFill>
                        </a:rPr>
                        <a:t>✓ Yes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32F2F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32F2F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32F2F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6B5F"/>
                          </a:solidFill>
                        </a:rPr>
                        <a:t>Price forecasting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5E"/>
                          </a:solidFill>
                        </a:rPr>
                        <a:t>✓ 24h ahead ML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32F2F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32F2F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6B5F"/>
                          </a:solidFill>
                        </a:rPr>
                        <a:t>Basic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6B5F"/>
                          </a:solidFill>
                        </a:rPr>
                        <a:t>Plug-in asset integration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5E"/>
                          </a:solidFill>
                        </a:rPr>
                        <a:t>✓ Open APIs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6B5F"/>
                          </a:solidFill>
                        </a:rPr>
                        <a:t>Vendor lock-in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6B5F"/>
                          </a:solidFill>
                        </a:rPr>
                        <a:t>Proprietary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6B5F"/>
                          </a:solidFill>
                        </a:rPr>
                        <a:t>Limited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Angle &amp; Future Scalability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today's markets, designed for tomorrow's grid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937760" cy="80467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444752"/>
            <a:ext cx="438912" cy="438912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46304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33502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Architecture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0120" y="160934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dispatch model adapts to price volatility, SoC constraints, and grid signals in real time.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" y="2441738"/>
            <a:ext cx="4937760" cy="80467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11480" y="2630518"/>
            <a:ext cx="438912" cy="438912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264290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60120" y="251489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Conflict Resolution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960120" y="278921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Manages BESS for simultaneous Arbitrage, Peak Shaving &amp; Market Trading</a:t>
            </a:r>
          </a:p>
        </p:txBody>
      </p:sp>
      <p:sp>
        <p:nvSpPr>
          <p:cNvPr id="16" name="Shape 12"/>
          <p:cNvSpPr/>
          <p:nvPr/>
        </p:nvSpPr>
        <p:spPr>
          <a:xfrm>
            <a:off x="320040" y="3662906"/>
            <a:ext cx="4937760" cy="80467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411480" y="3845785"/>
            <a:ext cx="438912" cy="438912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864074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0120" y="373605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vs Reactive Peak Shaving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960120" y="401037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peak shaving system react after consumption spikes. By then it is often too late.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440680" y="1261872"/>
            <a:ext cx="3383280" cy="3205706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1"/>
          <p:cNvSpPr/>
          <p:nvPr/>
        </p:nvSpPr>
        <p:spPr>
          <a:xfrm>
            <a:off x="5532120" y="1367173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Roadmap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5532120" y="1991916"/>
            <a:ext cx="320040" cy="320040"/>
          </a:xfrm>
          <a:prstGeom prst="ellipse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3"/>
          <p:cNvSpPr/>
          <p:nvPr/>
        </p:nvSpPr>
        <p:spPr>
          <a:xfrm>
            <a:off x="5943600" y="191876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6766560" y="191876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Asset Optimization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5687568" y="2311956"/>
            <a:ext cx="0" cy="201168"/>
          </a:xfrm>
          <a:prstGeom prst="line">
            <a:avLst/>
          </a:prstGeom>
          <a:noFill/>
          <a:ln w="1905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5532120" y="2586276"/>
            <a:ext cx="320040" cy="32004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7"/>
          <p:cNvSpPr/>
          <p:nvPr/>
        </p:nvSpPr>
        <p:spPr>
          <a:xfrm>
            <a:off x="5943600" y="251312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6766560" y="25131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Management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5687568" y="2906316"/>
            <a:ext cx="0" cy="201168"/>
          </a:xfrm>
          <a:prstGeom prst="line">
            <a:avLst/>
          </a:prstGeom>
          <a:noFill/>
          <a:ln w="1905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0"/>
          <p:cNvSpPr/>
          <p:nvPr/>
        </p:nvSpPr>
        <p:spPr>
          <a:xfrm>
            <a:off x="5532120" y="3180636"/>
            <a:ext cx="320040" cy="32004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1"/>
          <p:cNvSpPr/>
          <p:nvPr/>
        </p:nvSpPr>
        <p:spPr>
          <a:xfrm>
            <a:off x="5943600" y="310748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6766560" y="31074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Multi-market expansion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5687568" y="3500676"/>
            <a:ext cx="0" cy="201168"/>
          </a:xfrm>
          <a:prstGeom prst="line">
            <a:avLst/>
          </a:prstGeom>
          <a:noFill/>
          <a:ln w="1905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4"/>
          <p:cNvSpPr/>
          <p:nvPr/>
        </p:nvSpPr>
        <p:spPr>
          <a:xfrm>
            <a:off x="5532120" y="3774996"/>
            <a:ext cx="320040" cy="32004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5"/>
          <p:cNvSpPr/>
          <p:nvPr/>
        </p:nvSpPr>
        <p:spPr>
          <a:xfrm>
            <a:off x="5943600" y="370184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50" dirty="0"/>
          </a:p>
        </p:txBody>
      </p:sp>
      <p:sp>
        <p:nvSpPr>
          <p:cNvPr id="42" name="Text 36"/>
          <p:cNvSpPr/>
          <p:nvPr/>
        </p:nvSpPr>
        <p:spPr>
          <a:xfrm>
            <a:off x="6766560" y="37018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Energy Trading Platform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Customers &amp; Buyer Personas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buys, who uses, and who benefits from </a:t>
            </a:r>
            <a:r>
              <a:rPr lang="en-US" sz="1300" i="1" dirty="0" err="1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FlexTrade</a:t>
            </a:r>
            <a:r>
              <a:rPr lang="en-US" sz="1300" i="1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834640" cy="17830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2834640" cy="34747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1280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Buyer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" y="1673352"/>
            <a:ext cx="347472" cy="347472"/>
          </a:xfrm>
          <a:prstGeom prst="ellipse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91640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9808" y="16733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Asset Owner / IPP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7472" y="210312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rgbClr val="4A6B5F"/>
                </a:solidFill>
              </a:rPr>
              <a:t>Stand Alone BESS, FDRE</a:t>
            </a:r>
            <a:endParaRPr lang="en-US" sz="1000" dirty="0">
              <a:solidFill>
                <a:srgbClr val="4A6B5F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246120" y="1234440"/>
            <a:ext cx="2834640" cy="17830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3246120" y="1234440"/>
            <a:ext cx="2834640" cy="34747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 13"/>
          <p:cNvSpPr/>
          <p:nvPr/>
        </p:nvSpPr>
        <p:spPr>
          <a:xfrm>
            <a:off x="3291840" y="1280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Buyer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319272" y="1673352"/>
            <a:ext cx="347472" cy="347472"/>
          </a:xfrm>
          <a:prstGeom prst="ellipse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691640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21608" y="16733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/ Network DSO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319272" y="210312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rgbClr val="4A6B5F"/>
                </a:solidFill>
              </a:rPr>
              <a:t>State DISCOMs, Private DISCOMs, Municipalities &amp; large cooperative community market</a:t>
            </a:r>
            <a:endParaRPr lang="en-US" sz="1000" dirty="0">
              <a:solidFill>
                <a:srgbClr val="4A6B5F"/>
              </a:solidFill>
            </a:endParaRPr>
          </a:p>
        </p:txBody>
      </p:sp>
      <p:sp>
        <p:nvSpPr>
          <p:cNvPr id="22" name="Shape 18"/>
          <p:cNvSpPr/>
          <p:nvPr/>
        </p:nvSpPr>
        <p:spPr>
          <a:xfrm>
            <a:off x="6217920" y="1234440"/>
            <a:ext cx="2834640" cy="17830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6217920" y="1234440"/>
            <a:ext cx="2834640" cy="34747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6263640" y="1280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Buyer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291072" y="1673352"/>
            <a:ext cx="347472" cy="347472"/>
          </a:xfrm>
          <a:prstGeom prst="ellipse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691640"/>
            <a:ext cx="310896" cy="31089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693408" y="16733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RE Power Developers</a:t>
            </a:r>
          </a:p>
        </p:txBody>
      </p:sp>
      <p:sp>
        <p:nvSpPr>
          <p:cNvPr id="28" name="Text 23"/>
          <p:cNvSpPr/>
          <p:nvPr/>
        </p:nvSpPr>
        <p:spPr>
          <a:xfrm>
            <a:off x="6291072" y="210312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4A6B5F"/>
                </a:solidFill>
              </a:rPr>
              <a:t>Financially stressed RE Power Developers, RE Developers with no PPA</a:t>
            </a:r>
          </a:p>
        </p:txBody>
      </p:sp>
      <p:sp>
        <p:nvSpPr>
          <p:cNvPr id="30" name="Shape 25"/>
          <p:cNvSpPr/>
          <p:nvPr/>
        </p:nvSpPr>
        <p:spPr>
          <a:xfrm>
            <a:off x="274320" y="3154680"/>
            <a:ext cx="2834640" cy="17830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>
              <a:solidFill>
                <a:srgbClr val="4A6B5F"/>
              </a:solidFill>
            </a:endParaRPr>
          </a:p>
        </p:txBody>
      </p:sp>
      <p:sp>
        <p:nvSpPr>
          <p:cNvPr id="31" name="Shape 26"/>
          <p:cNvSpPr/>
          <p:nvPr/>
        </p:nvSpPr>
        <p:spPr>
          <a:xfrm>
            <a:off x="274320" y="3154680"/>
            <a:ext cx="2834640" cy="347472"/>
          </a:xfrm>
          <a:prstGeom prst="rect">
            <a:avLst/>
          </a:prstGeom>
          <a:solidFill>
            <a:schemeClr val="accent6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7"/>
          <p:cNvSpPr/>
          <p:nvPr/>
        </p:nvSpPr>
        <p:spPr>
          <a:xfrm>
            <a:off x="320040" y="3200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Buyer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347472" y="3593592"/>
            <a:ext cx="347472" cy="347472"/>
          </a:xfrm>
          <a:prstGeom prst="ellipse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611880"/>
            <a:ext cx="310896" cy="31089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49808" y="35935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C&amp;I Enterprises (BTM)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347472" y="402336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Industries, educational institutions, large market, Sport arenas, event management company, disaster management and organization etc. 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3246120" y="3154680"/>
            <a:ext cx="2834640" cy="17830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9" name="Shape 33"/>
          <p:cNvSpPr/>
          <p:nvPr/>
        </p:nvSpPr>
        <p:spPr>
          <a:xfrm>
            <a:off x="3246120" y="3154680"/>
            <a:ext cx="2834640" cy="347472"/>
          </a:xfrm>
          <a:prstGeom prst="rect">
            <a:avLst/>
          </a:prstGeom>
          <a:solidFill>
            <a:schemeClr val="accent6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4"/>
          <p:cNvSpPr/>
          <p:nvPr/>
        </p:nvSpPr>
        <p:spPr>
          <a:xfrm>
            <a:off x="3291840" y="3200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Buyer</a:t>
            </a:r>
            <a:endParaRPr lang="en-US" sz="950" dirty="0"/>
          </a:p>
        </p:txBody>
      </p:sp>
      <p:sp>
        <p:nvSpPr>
          <p:cNvPr id="41" name="Shape 35"/>
          <p:cNvSpPr/>
          <p:nvPr/>
        </p:nvSpPr>
        <p:spPr>
          <a:xfrm>
            <a:off x="3319272" y="3593592"/>
            <a:ext cx="347472" cy="347472"/>
          </a:xfrm>
          <a:prstGeom prst="ellipse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3611880"/>
            <a:ext cx="310896" cy="310896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3721608" y="35935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Network Operators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3319272" y="402336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Charging stations, Commercial charging infrastructure operators.  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6217920" y="3154680"/>
            <a:ext cx="2834640" cy="17830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0"/>
          <p:cNvSpPr/>
          <p:nvPr/>
        </p:nvSpPr>
        <p:spPr>
          <a:xfrm>
            <a:off x="6217920" y="3154680"/>
            <a:ext cx="2834640" cy="347472"/>
          </a:xfrm>
          <a:prstGeom prst="rect">
            <a:avLst/>
          </a:prstGeom>
          <a:solidFill>
            <a:schemeClr val="accent6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1"/>
          <p:cNvSpPr/>
          <p:nvPr/>
        </p:nvSpPr>
        <p:spPr>
          <a:xfrm>
            <a:off x="6263640" y="3200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Buyer</a:t>
            </a:r>
            <a:endParaRPr lang="en-US" sz="950" dirty="0"/>
          </a:p>
        </p:txBody>
      </p:sp>
      <p:sp>
        <p:nvSpPr>
          <p:cNvPr id="49" name="Shape 42"/>
          <p:cNvSpPr/>
          <p:nvPr/>
        </p:nvSpPr>
        <p:spPr>
          <a:xfrm>
            <a:off x="6291072" y="3593592"/>
            <a:ext cx="347472" cy="347472"/>
          </a:xfrm>
          <a:prstGeom prst="ellipse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3611880"/>
            <a:ext cx="310896" cy="310896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6693408" y="35935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Centers</a:t>
            </a:r>
            <a:endParaRPr lang="en-US" sz="1100" dirty="0"/>
          </a:p>
        </p:txBody>
      </p:sp>
      <p:sp>
        <p:nvSpPr>
          <p:cNvPr id="52" name="Text 44"/>
          <p:cNvSpPr/>
          <p:nvPr/>
        </p:nvSpPr>
        <p:spPr>
          <a:xfrm>
            <a:off x="6291072" y="402336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 Datacenters need Redundancy. So BESS can be one of the redundancy.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cloud-native, event-driven, AI-augmented platform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442321"/>
            <a:ext cx="1124712" cy="53477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84484" y="2454724"/>
            <a:ext cx="1079724" cy="41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4: Market Execution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87574" y="2460503"/>
            <a:ext cx="1387145" cy="43754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116836" y="2548779"/>
            <a:ext cx="1312164" cy="24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TSO/DSO APIs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16374" y="2448705"/>
            <a:ext cx="1387145" cy="43754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945636" y="2536977"/>
            <a:ext cx="1312164" cy="24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Exchange Connectors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45174" y="2448705"/>
            <a:ext cx="1387145" cy="43754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774436" y="2501583"/>
            <a:ext cx="1312164" cy="24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Compliance Engine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573974" y="2448705"/>
            <a:ext cx="1387145" cy="43754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603236" y="2525180"/>
            <a:ext cx="1312164" cy="24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VPP Aggregation Gateway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3121340"/>
            <a:ext cx="1124712" cy="534777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84484" y="3151440"/>
            <a:ext cx="1079724" cy="41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AI &amp; Optimisation Engine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087574" y="3145421"/>
            <a:ext cx="1387145" cy="43754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116836" y="3157006"/>
            <a:ext cx="1312164" cy="24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Dispatch Model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16374" y="3145421"/>
            <a:ext cx="1387145" cy="43754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945636" y="3157006"/>
            <a:ext cx="1312164" cy="24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Price Forecaster (LSTM)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45174" y="3145421"/>
            <a:ext cx="1387145" cy="43754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774436" y="3157006"/>
            <a:ext cx="1312164" cy="24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Optimiser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73974" y="3145421"/>
            <a:ext cx="1387145" cy="43754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603236" y="3157006"/>
            <a:ext cx="1312164" cy="24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" y="3753162"/>
            <a:ext cx="1124712" cy="534777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84484" y="3783262"/>
            <a:ext cx="1079724" cy="41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Platform Core (Cloud)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087574" y="3777243"/>
            <a:ext cx="1387145" cy="43754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116836" y="3788828"/>
            <a:ext cx="1312164" cy="24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Bus (Kafka)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916374" y="3777243"/>
            <a:ext cx="1387145" cy="43754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945636" y="3788828"/>
            <a:ext cx="1312164" cy="24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Registry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45174" y="3777243"/>
            <a:ext cx="1387145" cy="43754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774436" y="3788828"/>
            <a:ext cx="1312164" cy="24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573974" y="3777243"/>
            <a:ext cx="1387145" cy="43754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603236" y="3788828"/>
            <a:ext cx="1312164" cy="24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(Kubernetes)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" y="4379088"/>
            <a:ext cx="1124712" cy="534777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84484" y="4409188"/>
            <a:ext cx="1079724" cy="41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Edge / Asset Interface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087574" y="4403169"/>
            <a:ext cx="1387145" cy="43754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116836" y="4414754"/>
            <a:ext cx="1312164" cy="24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Node (sub-100ms)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916374" y="4403169"/>
            <a:ext cx="1387145" cy="43754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945636" y="4414754"/>
            <a:ext cx="1312164" cy="24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SCADA / BMS API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745174" y="4403169"/>
            <a:ext cx="1387145" cy="43754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774436" y="4414754"/>
            <a:ext cx="1312164" cy="24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Data Ingestion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573974" y="4403169"/>
            <a:ext cx="1387145" cy="43754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603236" y="4414754"/>
            <a:ext cx="1312164" cy="24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Sync</a:t>
            </a:r>
            <a:endParaRPr lang="en-US" sz="1000" dirty="0"/>
          </a:p>
        </p:txBody>
      </p:sp>
      <p:sp>
        <p:nvSpPr>
          <p:cNvPr id="49" name="Shape 4">
            <a:extLst>
              <a:ext uri="{FF2B5EF4-FFF2-40B4-BE49-F238E27FC236}">
                <a16:creationId xmlns:a16="http://schemas.microsoft.com/office/drawing/2014/main" id="{6295296F-6C16-3FB7-7303-AFD1DD2DBADA}"/>
              </a:ext>
            </a:extLst>
          </p:cNvPr>
          <p:cNvSpPr/>
          <p:nvPr/>
        </p:nvSpPr>
        <p:spPr>
          <a:xfrm>
            <a:off x="565943" y="1149391"/>
            <a:ext cx="1124712" cy="5347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BF572FF8-E435-339B-A16E-B9B62BE4A50C}"/>
              </a:ext>
            </a:extLst>
          </p:cNvPr>
          <p:cNvSpPr/>
          <p:nvPr/>
        </p:nvSpPr>
        <p:spPr>
          <a:xfrm>
            <a:off x="571701" y="1179491"/>
            <a:ext cx="1079724" cy="41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6: Operator Dashboard</a:t>
            </a:r>
            <a:endParaRPr lang="en-US" sz="950" dirty="0"/>
          </a:p>
        </p:txBody>
      </p:sp>
      <p:sp>
        <p:nvSpPr>
          <p:cNvPr id="53" name="Shape 6">
            <a:extLst>
              <a:ext uri="{FF2B5EF4-FFF2-40B4-BE49-F238E27FC236}">
                <a16:creationId xmlns:a16="http://schemas.microsoft.com/office/drawing/2014/main" id="{211AD5AE-A6F2-5E5C-006F-64074B8B3162}"/>
              </a:ext>
            </a:extLst>
          </p:cNvPr>
          <p:cNvSpPr/>
          <p:nvPr/>
        </p:nvSpPr>
        <p:spPr>
          <a:xfrm>
            <a:off x="2074791" y="1173472"/>
            <a:ext cx="1387145" cy="43754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Text 7">
            <a:extLst>
              <a:ext uri="{FF2B5EF4-FFF2-40B4-BE49-F238E27FC236}">
                <a16:creationId xmlns:a16="http://schemas.microsoft.com/office/drawing/2014/main" id="{39D1B71D-6423-F49F-799D-80A8ADC74FB8}"/>
              </a:ext>
            </a:extLst>
          </p:cNvPr>
          <p:cNvSpPr/>
          <p:nvPr/>
        </p:nvSpPr>
        <p:spPr>
          <a:xfrm>
            <a:off x="2104053" y="1273546"/>
            <a:ext cx="1312164" cy="24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BESS Status</a:t>
            </a:r>
            <a:endParaRPr lang="en-US" sz="1000" dirty="0"/>
          </a:p>
        </p:txBody>
      </p:sp>
      <p:sp>
        <p:nvSpPr>
          <p:cNvPr id="57" name="Shape 8">
            <a:extLst>
              <a:ext uri="{FF2B5EF4-FFF2-40B4-BE49-F238E27FC236}">
                <a16:creationId xmlns:a16="http://schemas.microsoft.com/office/drawing/2014/main" id="{3AE06C0F-6F68-17EB-EBC3-7E5581A16D9C}"/>
              </a:ext>
            </a:extLst>
          </p:cNvPr>
          <p:cNvSpPr/>
          <p:nvPr/>
        </p:nvSpPr>
        <p:spPr>
          <a:xfrm>
            <a:off x="3903591" y="1173472"/>
            <a:ext cx="1387145" cy="43754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9" name="Text 9">
            <a:extLst>
              <a:ext uri="{FF2B5EF4-FFF2-40B4-BE49-F238E27FC236}">
                <a16:creationId xmlns:a16="http://schemas.microsoft.com/office/drawing/2014/main" id="{F13AF8BE-9F0E-1801-DEF4-4B0ADFFF467A}"/>
              </a:ext>
            </a:extLst>
          </p:cNvPr>
          <p:cNvSpPr/>
          <p:nvPr/>
        </p:nvSpPr>
        <p:spPr>
          <a:xfrm>
            <a:off x="3932853" y="1226350"/>
            <a:ext cx="1312164" cy="24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Dashboard</a:t>
            </a:r>
            <a:endParaRPr lang="en-US" sz="1000" dirty="0"/>
          </a:p>
        </p:txBody>
      </p:sp>
      <p:sp>
        <p:nvSpPr>
          <p:cNvPr id="61" name="Shape 10">
            <a:extLst>
              <a:ext uri="{FF2B5EF4-FFF2-40B4-BE49-F238E27FC236}">
                <a16:creationId xmlns:a16="http://schemas.microsoft.com/office/drawing/2014/main" id="{45084CA5-6052-E2B1-2A40-085782AA08E2}"/>
              </a:ext>
            </a:extLst>
          </p:cNvPr>
          <p:cNvSpPr/>
          <p:nvPr/>
        </p:nvSpPr>
        <p:spPr>
          <a:xfrm>
            <a:off x="5732391" y="1173472"/>
            <a:ext cx="1387145" cy="43754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B69A3B7D-DCB9-594C-59E4-1F60BF43E8B5}"/>
              </a:ext>
            </a:extLst>
          </p:cNvPr>
          <p:cNvSpPr/>
          <p:nvPr/>
        </p:nvSpPr>
        <p:spPr>
          <a:xfrm>
            <a:off x="5761653" y="1244050"/>
            <a:ext cx="1312164" cy="24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 Savings</a:t>
            </a:r>
            <a:endParaRPr lang="en-US" sz="1000" dirty="0"/>
          </a:p>
        </p:txBody>
      </p:sp>
      <p:sp>
        <p:nvSpPr>
          <p:cNvPr id="65" name="Shape 12">
            <a:extLst>
              <a:ext uri="{FF2B5EF4-FFF2-40B4-BE49-F238E27FC236}">
                <a16:creationId xmlns:a16="http://schemas.microsoft.com/office/drawing/2014/main" id="{36A93187-3D17-CF16-5A72-3185A420040D}"/>
              </a:ext>
            </a:extLst>
          </p:cNvPr>
          <p:cNvSpPr/>
          <p:nvPr/>
        </p:nvSpPr>
        <p:spPr>
          <a:xfrm>
            <a:off x="7561191" y="1173472"/>
            <a:ext cx="1387145" cy="43754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7" name="Text 13">
            <a:extLst>
              <a:ext uri="{FF2B5EF4-FFF2-40B4-BE49-F238E27FC236}">
                <a16:creationId xmlns:a16="http://schemas.microsoft.com/office/drawing/2014/main" id="{70E55098-FE8F-9085-A059-311840E32948}"/>
              </a:ext>
            </a:extLst>
          </p:cNvPr>
          <p:cNvSpPr/>
          <p:nvPr/>
        </p:nvSpPr>
        <p:spPr>
          <a:xfrm>
            <a:off x="7590453" y="1226350"/>
            <a:ext cx="1312164" cy="24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1000" dirty="0"/>
          </a:p>
        </p:txBody>
      </p:sp>
      <p:sp>
        <p:nvSpPr>
          <p:cNvPr id="69" name="Shape 4">
            <a:extLst>
              <a:ext uri="{FF2B5EF4-FFF2-40B4-BE49-F238E27FC236}">
                <a16:creationId xmlns:a16="http://schemas.microsoft.com/office/drawing/2014/main" id="{BED9EA75-70D1-8B30-4B21-24919D54D5B0}"/>
              </a:ext>
            </a:extLst>
          </p:cNvPr>
          <p:cNvSpPr/>
          <p:nvPr/>
        </p:nvSpPr>
        <p:spPr>
          <a:xfrm>
            <a:off x="576756" y="1779635"/>
            <a:ext cx="1124712" cy="534777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5">
            <a:extLst>
              <a:ext uri="{FF2B5EF4-FFF2-40B4-BE49-F238E27FC236}">
                <a16:creationId xmlns:a16="http://schemas.microsoft.com/office/drawing/2014/main" id="{83BABFB3-9F6C-22D1-70AB-B9CF27458AF6}"/>
              </a:ext>
            </a:extLst>
          </p:cNvPr>
          <p:cNvSpPr/>
          <p:nvPr/>
        </p:nvSpPr>
        <p:spPr>
          <a:xfrm>
            <a:off x="594312" y="1809735"/>
            <a:ext cx="1079724" cy="41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5: BESS Control</a:t>
            </a:r>
            <a:endParaRPr lang="en-US" sz="950" dirty="0"/>
          </a:p>
        </p:txBody>
      </p:sp>
      <p:sp>
        <p:nvSpPr>
          <p:cNvPr id="73" name="Shape 6">
            <a:extLst>
              <a:ext uri="{FF2B5EF4-FFF2-40B4-BE49-F238E27FC236}">
                <a16:creationId xmlns:a16="http://schemas.microsoft.com/office/drawing/2014/main" id="{A7B29161-216C-A099-2A1A-6B76B5559980}"/>
              </a:ext>
            </a:extLst>
          </p:cNvPr>
          <p:cNvSpPr/>
          <p:nvPr/>
        </p:nvSpPr>
        <p:spPr>
          <a:xfrm>
            <a:off x="2097402" y="1803716"/>
            <a:ext cx="1387145" cy="43754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5" name="Text 7">
            <a:extLst>
              <a:ext uri="{FF2B5EF4-FFF2-40B4-BE49-F238E27FC236}">
                <a16:creationId xmlns:a16="http://schemas.microsoft.com/office/drawing/2014/main" id="{F28BC3EA-2056-3D58-79E2-6732AB8F204F}"/>
              </a:ext>
            </a:extLst>
          </p:cNvPr>
          <p:cNvSpPr/>
          <p:nvPr/>
        </p:nvSpPr>
        <p:spPr>
          <a:xfrm>
            <a:off x="2126664" y="1903790"/>
            <a:ext cx="1312164" cy="24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Charge/Discharge Commands</a:t>
            </a:r>
            <a:endParaRPr lang="en-US" sz="1000" dirty="0"/>
          </a:p>
        </p:txBody>
      </p:sp>
      <p:sp>
        <p:nvSpPr>
          <p:cNvPr id="77" name="Shape 8">
            <a:extLst>
              <a:ext uri="{FF2B5EF4-FFF2-40B4-BE49-F238E27FC236}">
                <a16:creationId xmlns:a16="http://schemas.microsoft.com/office/drawing/2014/main" id="{88401A89-1601-EFBA-C148-5F121D9283B9}"/>
              </a:ext>
            </a:extLst>
          </p:cNvPr>
          <p:cNvSpPr/>
          <p:nvPr/>
        </p:nvSpPr>
        <p:spPr>
          <a:xfrm>
            <a:off x="3926202" y="1803716"/>
            <a:ext cx="1387145" cy="43754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9" name="Text 9">
            <a:extLst>
              <a:ext uri="{FF2B5EF4-FFF2-40B4-BE49-F238E27FC236}">
                <a16:creationId xmlns:a16="http://schemas.microsoft.com/office/drawing/2014/main" id="{B2DAA057-CD0A-73B6-C060-5A92C7927D81}"/>
              </a:ext>
            </a:extLst>
          </p:cNvPr>
          <p:cNvSpPr/>
          <p:nvPr/>
        </p:nvSpPr>
        <p:spPr>
          <a:xfrm>
            <a:off x="3955464" y="1880190"/>
            <a:ext cx="1312164" cy="24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Monitoring</a:t>
            </a:r>
            <a:endParaRPr lang="en-US" sz="1000" dirty="0"/>
          </a:p>
        </p:txBody>
      </p:sp>
      <p:sp>
        <p:nvSpPr>
          <p:cNvPr id="81" name="Shape 10">
            <a:extLst>
              <a:ext uri="{FF2B5EF4-FFF2-40B4-BE49-F238E27FC236}">
                <a16:creationId xmlns:a16="http://schemas.microsoft.com/office/drawing/2014/main" id="{DAF0B19E-901E-1ABC-0482-658352C0123B}"/>
              </a:ext>
            </a:extLst>
          </p:cNvPr>
          <p:cNvSpPr/>
          <p:nvPr/>
        </p:nvSpPr>
        <p:spPr>
          <a:xfrm>
            <a:off x="5755002" y="1803716"/>
            <a:ext cx="1387145" cy="43754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3" name="Text 11">
            <a:extLst>
              <a:ext uri="{FF2B5EF4-FFF2-40B4-BE49-F238E27FC236}">
                <a16:creationId xmlns:a16="http://schemas.microsoft.com/office/drawing/2014/main" id="{8E74913A-12F4-2B6F-F08D-07E15E6392C1}"/>
              </a:ext>
            </a:extLst>
          </p:cNvPr>
          <p:cNvSpPr/>
          <p:nvPr/>
        </p:nvSpPr>
        <p:spPr>
          <a:xfrm>
            <a:off x="5784264" y="1862493"/>
            <a:ext cx="1312164" cy="24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 Monitoring</a:t>
            </a:r>
            <a:endParaRPr lang="en-US" sz="1000" dirty="0"/>
          </a:p>
        </p:txBody>
      </p:sp>
      <p:sp>
        <p:nvSpPr>
          <p:cNvPr id="85" name="Shape 12">
            <a:extLst>
              <a:ext uri="{FF2B5EF4-FFF2-40B4-BE49-F238E27FC236}">
                <a16:creationId xmlns:a16="http://schemas.microsoft.com/office/drawing/2014/main" id="{CD2E6C3B-6C57-63AD-F165-390A7225EDD6}"/>
              </a:ext>
            </a:extLst>
          </p:cNvPr>
          <p:cNvSpPr/>
          <p:nvPr/>
        </p:nvSpPr>
        <p:spPr>
          <a:xfrm>
            <a:off x="7583802" y="1803716"/>
            <a:ext cx="1387145" cy="43754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7" name="Text 13">
            <a:extLst>
              <a:ext uri="{FF2B5EF4-FFF2-40B4-BE49-F238E27FC236}">
                <a16:creationId xmlns:a16="http://schemas.microsoft.com/office/drawing/2014/main" id="{63841560-9B78-EE4C-1789-F249BCF98168}"/>
              </a:ext>
            </a:extLst>
          </p:cNvPr>
          <p:cNvSpPr/>
          <p:nvPr/>
        </p:nvSpPr>
        <p:spPr>
          <a:xfrm>
            <a:off x="7613064" y="1880190"/>
            <a:ext cx="1312164" cy="24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 &amp; SCADA integration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Rollout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de-risked path to market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3977640" cy="36576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>
              <a:solidFill>
                <a:srgbClr val="4A6B5F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Pathway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4250" y="1699016"/>
            <a:ext cx="3703310" cy="2662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en-IN" sz="1400" dirty="0">
                <a:solidFill>
                  <a:srgbClr val="4A6B5F"/>
                </a:solidFill>
              </a:rPr>
              <a:t>Start with analytics + optimization </a:t>
            </a: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en-IN" sz="1400" dirty="0">
                <a:solidFill>
                  <a:srgbClr val="4A6B5F"/>
                </a:solidFill>
              </a:rPr>
              <a:t>Integrate market intelligence and AI forecasting </a:t>
            </a: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en-IN" sz="1400" dirty="0">
                <a:solidFill>
                  <a:srgbClr val="4A6B5F"/>
                </a:solidFill>
              </a:rPr>
              <a:t>Develop a Real-time Operator a Dashboard</a:t>
            </a: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en-IN" sz="1400" dirty="0">
                <a:solidFill>
                  <a:srgbClr val="4A6B5F"/>
                </a:solidFill>
              </a:rPr>
              <a:t>Expand into semi-automated trading </a:t>
            </a: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en-IN" sz="1400" dirty="0">
                <a:solidFill>
                  <a:srgbClr val="4A6B5F"/>
                </a:solidFill>
              </a:rPr>
              <a:t>Progress toward autonomous energy market participation</a:t>
            </a:r>
            <a:endParaRPr lang="en-US" sz="1400" dirty="0">
              <a:solidFill>
                <a:srgbClr val="4A6B5F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480560" y="1234440"/>
            <a:ext cx="4343400" cy="36576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572000" y="13258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 Plan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0" y="1874520"/>
            <a:ext cx="274320" cy="27432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004127" y="194884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1-3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2120" y="18391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Build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0" y="2496312"/>
            <a:ext cx="274320" cy="27432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010025" y="2458559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83421" y="24491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0" y="3118104"/>
            <a:ext cx="274320" cy="27432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980529" y="31216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5-7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65720" y="3094508"/>
            <a:ext cx="1550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Refinement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572000" y="3739896"/>
            <a:ext cx="274320" cy="27432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004127" y="37257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8-9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953920" y="3722203"/>
            <a:ext cx="1550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Launch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0" y="4361688"/>
            <a:ext cx="274320" cy="27432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962828" y="434163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10-12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977522" y="4326297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Expand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 — Energy Transition, Utilities &amp; AI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 err="1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FlexTrade</a:t>
            </a:r>
            <a:r>
              <a:rPr lang="en-US" sz="1300" i="1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BESS accelerates decarbonisation and grid intelligence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834640" cy="36576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2834640" cy="502920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307592"/>
            <a:ext cx="365760" cy="36576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325880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134416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Transition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84048" y="1947672"/>
            <a:ext cx="164592" cy="164592"/>
          </a:xfrm>
          <a:prstGeom prst="ellipse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03504" y="1874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revenue for renewable-co-located BESS → accelerates investment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84048" y="2615184"/>
            <a:ext cx="164592" cy="164592"/>
          </a:xfrm>
          <a:prstGeom prst="ellipse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03504" y="254203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higher renewable penetration by providing grid balancing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84048" y="3282696"/>
            <a:ext cx="164592" cy="164592"/>
          </a:xfrm>
          <a:prstGeom prst="ellipse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03504" y="320954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curtailment — BESS absorbs excess wind/solar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84048" y="3950208"/>
            <a:ext cx="164592" cy="164592"/>
          </a:xfrm>
          <a:prstGeom prst="ellipse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03504" y="3847561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Decarbonization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246120" y="1234440"/>
            <a:ext cx="2834640" cy="36576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3246120" y="1234440"/>
            <a:ext cx="2834640" cy="50292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3337560" y="1307592"/>
            <a:ext cx="365760" cy="36576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325880"/>
            <a:ext cx="329184" cy="32918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749040" y="134416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&amp; Grid Ops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3355848" y="1947672"/>
            <a:ext cx="164592" cy="164592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3575304" y="1874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DSOs a programmable flexible resource pool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3355848" y="2615184"/>
            <a:ext cx="164592" cy="164592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3575304" y="254203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Defers costly grid infrastructure investment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3355848" y="3282696"/>
            <a:ext cx="164592" cy="164592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3575304" y="320954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frequency stability and voltage regulation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3355848" y="3950208"/>
            <a:ext cx="164592" cy="164592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3575304" y="3877056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real-time balancing without fossil peakers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6217920" y="1234440"/>
            <a:ext cx="2834640" cy="36576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29"/>
          <p:cNvSpPr/>
          <p:nvPr/>
        </p:nvSpPr>
        <p:spPr>
          <a:xfrm>
            <a:off x="6217920" y="1234440"/>
            <a:ext cx="2834640" cy="502920"/>
          </a:xfrm>
          <a:prstGeom prst="rect">
            <a:avLst/>
          </a:prstGeom>
          <a:solidFill>
            <a:srgbClr val="3A7D5C"/>
          </a:solidFill>
          <a:ln w="12700">
            <a:solidFill>
              <a:srgbClr val="3A7D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0"/>
          <p:cNvSpPr/>
          <p:nvPr/>
        </p:nvSpPr>
        <p:spPr>
          <a:xfrm>
            <a:off x="6309360" y="1307592"/>
            <a:ext cx="365760" cy="36576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1325880"/>
            <a:ext cx="329184" cy="329184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720840" y="134416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Innovation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6327648" y="1947672"/>
            <a:ext cx="164592" cy="164592"/>
          </a:xfrm>
          <a:prstGeom prst="ellipse">
            <a:avLst/>
          </a:prstGeom>
          <a:solidFill>
            <a:srgbClr val="3A7D5C"/>
          </a:solidFill>
          <a:ln w="12700">
            <a:solidFill>
              <a:srgbClr val="3A7D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3"/>
          <p:cNvSpPr/>
          <p:nvPr/>
        </p:nvSpPr>
        <p:spPr>
          <a:xfrm>
            <a:off x="6547104" y="1874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real-world RL deployment in energy markets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6327648" y="2615184"/>
            <a:ext cx="164592" cy="164592"/>
          </a:xfrm>
          <a:prstGeom prst="ellipse">
            <a:avLst/>
          </a:prstGeom>
          <a:solidFill>
            <a:srgbClr val="3A7D5C"/>
          </a:solidFill>
          <a:ln w="12700">
            <a:solidFill>
              <a:srgbClr val="3A7D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5"/>
          <p:cNvSpPr/>
          <p:nvPr/>
        </p:nvSpPr>
        <p:spPr>
          <a:xfrm>
            <a:off x="6547104" y="254203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proprietary price and dispatch ML model IP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6327648" y="3282696"/>
            <a:ext cx="164592" cy="164592"/>
          </a:xfrm>
          <a:prstGeom prst="ellipse">
            <a:avLst/>
          </a:prstGeom>
          <a:solidFill>
            <a:srgbClr val="3A7D5C"/>
          </a:solidFill>
          <a:ln w="12700">
            <a:solidFill>
              <a:srgbClr val="3A7D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7"/>
          <p:cNvSpPr/>
          <p:nvPr/>
        </p:nvSpPr>
        <p:spPr>
          <a:xfrm>
            <a:off x="6547104" y="320954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a new standard for AI powered Energy Asset management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6327648" y="3950208"/>
            <a:ext cx="164592" cy="164592"/>
          </a:xfrm>
          <a:prstGeom prst="ellipse">
            <a:avLst/>
          </a:prstGeom>
          <a:solidFill>
            <a:srgbClr val="3A7D5C"/>
          </a:solidFill>
          <a:ln w="12700">
            <a:solidFill>
              <a:srgbClr val="3A7D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39"/>
          <p:cNvSpPr/>
          <p:nvPr/>
        </p:nvSpPr>
        <p:spPr>
          <a:xfrm>
            <a:off x="6547104" y="3877056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data monetisation via anonymised grid insights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Structure &amp; Build Approach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lean, expert team scaling with the product</a:t>
            </a:r>
            <a:endParaRPr lang="en-US" sz="1300" dirty="0"/>
          </a:p>
        </p:txBody>
      </p:sp>
      <p:graphicFrame>
        <p:nvGraphicFramePr>
          <p:cNvPr id="38" name="Diagram 37">
            <a:extLst>
              <a:ext uri="{FF2B5EF4-FFF2-40B4-BE49-F238E27FC236}">
                <a16:creationId xmlns:a16="http://schemas.microsoft.com/office/drawing/2014/main" id="{9385B78E-E7F9-C86B-AD65-B6A3F16356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7625637"/>
              </p:ext>
            </p:extLst>
          </p:nvPr>
        </p:nvGraphicFramePr>
        <p:xfrm>
          <a:off x="485708" y="1342067"/>
          <a:ext cx="3773626" cy="3424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4" name="Diagram 43">
            <a:extLst>
              <a:ext uri="{FF2B5EF4-FFF2-40B4-BE49-F238E27FC236}">
                <a16:creationId xmlns:a16="http://schemas.microsoft.com/office/drawing/2014/main" id="{A9DE21A0-44B4-B349-9726-360B0FF9A5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9973323"/>
              </p:ext>
            </p:extLst>
          </p:nvPr>
        </p:nvGraphicFramePr>
        <p:xfrm>
          <a:off x="4790276" y="1329284"/>
          <a:ext cx="4187588" cy="35581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45E0EFB4-8B60-7D27-EDE2-69183505844F}"/>
              </a:ext>
            </a:extLst>
          </p:cNvPr>
          <p:cNvSpPr txBox="1"/>
          <p:nvPr/>
        </p:nvSpPr>
        <p:spPr>
          <a:xfrm>
            <a:off x="5433306" y="949797"/>
            <a:ext cx="2965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Build Philosophy &amp; Approach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B08AC4B-12C0-96B5-3874-15A2AE0166CF}"/>
              </a:ext>
            </a:extLst>
          </p:cNvPr>
          <p:cNvSpPr txBox="1"/>
          <p:nvPr/>
        </p:nvSpPr>
        <p:spPr>
          <a:xfrm>
            <a:off x="1172962" y="1049107"/>
            <a:ext cx="1636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Team Structure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MVP to Scalable Product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path from concept to commercial deployment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1228" y="1188720"/>
            <a:ext cx="1684858" cy="548640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1228" y="1188720"/>
            <a:ext cx="1684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1228" y="1463040"/>
            <a:ext cx="170935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May-Aug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1228" y="1755648"/>
            <a:ext cx="1684858" cy="256032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12668" y="1847088"/>
            <a:ext cx="164592" cy="164592"/>
          </a:xfrm>
          <a:prstGeom prst="ellipse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22980" y="1836762"/>
            <a:ext cx="1329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rgbClr val="4A6B5F"/>
                </a:solidFill>
              </a:rPr>
              <a:t>Build and validate price forecasting model on historical IEX data</a:t>
            </a:r>
            <a:endParaRPr lang="en-US" sz="1000" dirty="0">
              <a:solidFill>
                <a:srgbClr val="4A6B5F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12668" y="2395728"/>
            <a:ext cx="164592" cy="164592"/>
          </a:xfrm>
          <a:prstGeom prst="ellipse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22980" y="2373604"/>
            <a:ext cx="1383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rgbClr val="4A6B5F"/>
                </a:solidFill>
              </a:rPr>
              <a:t>Develop autonomous charge/discharge optimization engine</a:t>
            </a:r>
            <a:endParaRPr lang="en-US" sz="1000" dirty="0">
              <a:solidFill>
                <a:srgbClr val="4A6B5F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12668" y="2944368"/>
            <a:ext cx="164592" cy="164592"/>
          </a:xfrm>
          <a:prstGeom prst="ellipse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22980" y="2928143"/>
            <a:ext cx="13957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rgbClr val="4A6B5F"/>
                </a:solidFill>
              </a:rPr>
              <a:t>Build real-time operator dashboard with P&amp;L tracking</a:t>
            </a:r>
            <a:endParaRPr lang="en-US" sz="1000" dirty="0">
              <a:solidFill>
                <a:srgbClr val="4A6B5F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12668" y="3493008"/>
            <a:ext cx="164592" cy="164592"/>
          </a:xfrm>
          <a:prstGeom prst="ellipse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22980" y="3529874"/>
            <a:ext cx="1383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rgbClr val="4A6B5F"/>
                </a:solidFill>
              </a:rPr>
              <a:t>Complete back-testing demonstrating profitability on historical data</a:t>
            </a:r>
            <a:endParaRPr lang="en-US" sz="1000" dirty="0">
              <a:solidFill>
                <a:srgbClr val="4A6B5F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072155" y="1463040"/>
            <a:ext cx="137160" cy="0"/>
          </a:xfrm>
          <a:prstGeom prst="line">
            <a:avLst/>
          </a:prstGeom>
          <a:noFill/>
          <a:ln w="254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961553" y="1188720"/>
            <a:ext cx="1758005" cy="54864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855351" y="11887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884852" y="14630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2026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961553" y="1755648"/>
            <a:ext cx="1758005" cy="256032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5" name="Shape 23"/>
          <p:cNvSpPr/>
          <p:nvPr/>
        </p:nvSpPr>
        <p:spPr>
          <a:xfrm>
            <a:off x="2135577" y="1847088"/>
            <a:ext cx="164592" cy="164592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345889" y="1824964"/>
            <a:ext cx="13520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rgbClr val="4A6B5F"/>
                </a:solidFill>
              </a:rPr>
              <a:t>Deploy prototype at 2-3 existing </a:t>
            </a:r>
            <a:r>
              <a:rPr lang="en-IN" sz="1000" dirty="0" err="1">
                <a:solidFill>
                  <a:srgbClr val="4A6B5F"/>
                </a:solidFill>
              </a:rPr>
              <a:t>Esyasoft</a:t>
            </a:r>
            <a:r>
              <a:rPr lang="en-IN" sz="1000" dirty="0">
                <a:solidFill>
                  <a:srgbClr val="4A6B5F"/>
                </a:solidFill>
              </a:rPr>
              <a:t> BESS sites</a:t>
            </a:r>
            <a:endParaRPr lang="en-US" sz="1000" dirty="0">
              <a:solidFill>
                <a:srgbClr val="4A6B5F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135577" y="2395728"/>
            <a:ext cx="164592" cy="164592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345889" y="2361806"/>
            <a:ext cx="13736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rgbClr val="4A6B5F"/>
                </a:solidFill>
              </a:rPr>
              <a:t>Validate AI model performance against live market conditions</a:t>
            </a:r>
            <a:endParaRPr lang="en-US" sz="1000" dirty="0">
              <a:solidFill>
                <a:srgbClr val="4A6B5F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135577" y="2944368"/>
            <a:ext cx="164592" cy="164592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345889" y="288685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rgbClr val="4A6B5F"/>
                </a:solidFill>
              </a:rPr>
              <a:t>Refine UI/UX based on real operator feedback</a:t>
            </a:r>
            <a:endParaRPr lang="en-US" sz="1000" dirty="0">
              <a:solidFill>
                <a:srgbClr val="4A6B5F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135577" y="3493008"/>
            <a:ext cx="164592" cy="164592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345890" y="3447288"/>
            <a:ext cx="1403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rgbClr val="4A6B5F"/>
                </a:solidFill>
              </a:rPr>
              <a:t>Measure actual savings and build first customer case studies</a:t>
            </a:r>
            <a:endParaRPr lang="en-US" sz="1000" dirty="0">
              <a:solidFill>
                <a:srgbClr val="4A6B5F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772656" y="1188720"/>
            <a:ext cx="1687199" cy="54864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731356" y="1188720"/>
            <a:ext cx="17698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Refinement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3719558" y="14630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Oct-Nov 2026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778552" y="1755648"/>
            <a:ext cx="1681303" cy="256032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3869992" y="1847088"/>
            <a:ext cx="164592" cy="164592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080304" y="1801368"/>
            <a:ext cx="1365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rgbClr val="4A6B5F"/>
                </a:solidFill>
              </a:rPr>
              <a:t>Add peak shaving capability based on pilot learnings</a:t>
            </a:r>
            <a:endParaRPr lang="en-US" sz="1000" dirty="0">
              <a:solidFill>
                <a:srgbClr val="4A6B5F"/>
              </a:solidFill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869992" y="2395728"/>
            <a:ext cx="164592" cy="164592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080304" y="2350008"/>
            <a:ext cx="1354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rgbClr val="4A6B5F"/>
                </a:solidFill>
              </a:rPr>
              <a:t>Improve forecast accuracy with real operational data</a:t>
            </a:r>
            <a:endParaRPr lang="en-US" sz="1000" dirty="0">
              <a:solidFill>
                <a:srgbClr val="4A6B5F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3869992" y="2944368"/>
            <a:ext cx="164592" cy="164592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080304" y="2898648"/>
            <a:ext cx="1391349" cy="375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rgbClr val="4A6B5F"/>
                </a:solidFill>
              </a:rPr>
              <a:t>Complete IEX live market integration and testing</a:t>
            </a:r>
            <a:endParaRPr lang="en-US" sz="1000" dirty="0">
              <a:solidFill>
                <a:srgbClr val="4A6B5F"/>
              </a:solidFill>
            </a:endParaRPr>
          </a:p>
        </p:txBody>
      </p:sp>
      <p:sp>
        <p:nvSpPr>
          <p:cNvPr id="46" name="Shape 44"/>
          <p:cNvSpPr/>
          <p:nvPr/>
        </p:nvSpPr>
        <p:spPr>
          <a:xfrm>
            <a:off x="3869992" y="3493008"/>
            <a:ext cx="164592" cy="164592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080304" y="3447288"/>
            <a:ext cx="1379551" cy="375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rgbClr val="4A6B5F"/>
                </a:solidFill>
              </a:rPr>
              <a:t>Achieve first live automated trade on IEX</a:t>
            </a:r>
            <a:endParaRPr lang="en-US" sz="1000" dirty="0">
              <a:solidFill>
                <a:srgbClr val="4A6B5F"/>
              </a:solidFill>
            </a:endParaRPr>
          </a:p>
        </p:txBody>
      </p:sp>
      <p:sp>
        <p:nvSpPr>
          <p:cNvPr id="51" name="Shape 49"/>
          <p:cNvSpPr/>
          <p:nvPr/>
        </p:nvSpPr>
        <p:spPr>
          <a:xfrm>
            <a:off x="5495270" y="1188720"/>
            <a:ext cx="1755052" cy="54864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330079" y="11887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5471653" y="1463040"/>
            <a:ext cx="17226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2026-Jan 2027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501170" y="1755648"/>
            <a:ext cx="1749156" cy="256032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5598511" y="1847088"/>
            <a:ext cx="164592" cy="164592"/>
          </a:xfrm>
          <a:prstGeom prst="ellipse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5832417" y="1801368"/>
            <a:ext cx="1417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rgbClr val="4A6B5F"/>
                </a:solidFill>
              </a:rPr>
              <a:t>Launch </a:t>
            </a:r>
            <a:r>
              <a:rPr lang="en-IN" sz="1000" dirty="0" err="1">
                <a:solidFill>
                  <a:srgbClr val="4A6B5F"/>
                </a:solidFill>
              </a:rPr>
              <a:t>FelexGrid</a:t>
            </a:r>
            <a:r>
              <a:rPr lang="en-IN" sz="1000" dirty="0">
                <a:solidFill>
                  <a:srgbClr val="4A6B5F"/>
                </a:solidFill>
              </a:rPr>
              <a:t> commercially to Indian market</a:t>
            </a:r>
            <a:endParaRPr lang="en-US" sz="1000" dirty="0">
              <a:solidFill>
                <a:srgbClr val="4A6B5F"/>
              </a:solidFill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598511" y="2395728"/>
            <a:ext cx="164592" cy="164592"/>
          </a:xfrm>
          <a:prstGeom prst="ellipse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5808822" y="23500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rgbClr val="4A6B5F"/>
                </a:solidFill>
              </a:rPr>
              <a:t>Onboard first 10 paying customers</a:t>
            </a:r>
            <a:endParaRPr lang="en-US" sz="1000" dirty="0">
              <a:solidFill>
                <a:srgbClr val="4A6B5F"/>
              </a:solidFill>
            </a:endParaRPr>
          </a:p>
        </p:txBody>
      </p:sp>
      <p:sp>
        <p:nvSpPr>
          <p:cNvPr id="59" name="Shape 57"/>
          <p:cNvSpPr/>
          <p:nvPr/>
        </p:nvSpPr>
        <p:spPr>
          <a:xfrm>
            <a:off x="5598511" y="2944368"/>
            <a:ext cx="164592" cy="164592"/>
          </a:xfrm>
          <a:prstGeom prst="ellipse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5808822" y="2898648"/>
            <a:ext cx="1450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rgbClr val="4A6B5F"/>
                </a:solidFill>
              </a:rPr>
              <a:t>Begin development of multi-market trading capability</a:t>
            </a:r>
            <a:endParaRPr lang="en-US" sz="1000" dirty="0">
              <a:solidFill>
                <a:srgbClr val="4A6B5F"/>
              </a:solidFill>
            </a:endParaRPr>
          </a:p>
        </p:txBody>
      </p:sp>
      <p:sp>
        <p:nvSpPr>
          <p:cNvPr id="61" name="Shape 59"/>
          <p:cNvSpPr/>
          <p:nvPr/>
        </p:nvSpPr>
        <p:spPr>
          <a:xfrm>
            <a:off x="5598511" y="3493008"/>
            <a:ext cx="164592" cy="164592"/>
          </a:xfrm>
          <a:prstGeom prst="ellipse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5808823" y="3447288"/>
            <a:ext cx="138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rgbClr val="4A6B5F"/>
                </a:solidFill>
              </a:rPr>
              <a:t>Establish partnership with IEX and key BESS hardware vendors</a:t>
            </a:r>
          </a:p>
        </p:txBody>
      </p:sp>
      <p:sp>
        <p:nvSpPr>
          <p:cNvPr id="88" name="Shape 49">
            <a:extLst>
              <a:ext uri="{FF2B5EF4-FFF2-40B4-BE49-F238E27FC236}">
                <a16:creationId xmlns:a16="http://schemas.microsoft.com/office/drawing/2014/main" id="{F93FFFD5-060B-6093-13AD-F8C08E16013E}"/>
              </a:ext>
            </a:extLst>
          </p:cNvPr>
          <p:cNvSpPr/>
          <p:nvPr/>
        </p:nvSpPr>
        <p:spPr>
          <a:xfrm>
            <a:off x="7299487" y="1187743"/>
            <a:ext cx="1755052" cy="54864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Text 51">
            <a:extLst>
              <a:ext uri="{FF2B5EF4-FFF2-40B4-BE49-F238E27FC236}">
                <a16:creationId xmlns:a16="http://schemas.microsoft.com/office/drawing/2014/main" id="{7E53EB9C-E83E-7402-0DD8-0232F65ED25B}"/>
              </a:ext>
            </a:extLst>
          </p:cNvPr>
          <p:cNvSpPr/>
          <p:nvPr/>
        </p:nvSpPr>
        <p:spPr>
          <a:xfrm>
            <a:off x="7275870" y="1462063"/>
            <a:ext cx="17786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Feb-Apr 2027+</a:t>
            </a:r>
            <a:endParaRPr lang="en-US" sz="950" dirty="0"/>
          </a:p>
        </p:txBody>
      </p:sp>
      <p:sp>
        <p:nvSpPr>
          <p:cNvPr id="92" name="Shape 52">
            <a:extLst>
              <a:ext uri="{FF2B5EF4-FFF2-40B4-BE49-F238E27FC236}">
                <a16:creationId xmlns:a16="http://schemas.microsoft.com/office/drawing/2014/main" id="{DBB0906A-2A96-C18A-6150-17F0D59A0D20}"/>
              </a:ext>
            </a:extLst>
          </p:cNvPr>
          <p:cNvSpPr/>
          <p:nvPr/>
        </p:nvSpPr>
        <p:spPr>
          <a:xfrm>
            <a:off x="7305387" y="1754671"/>
            <a:ext cx="1749156" cy="256032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4" name="Shape 53">
            <a:extLst>
              <a:ext uri="{FF2B5EF4-FFF2-40B4-BE49-F238E27FC236}">
                <a16:creationId xmlns:a16="http://schemas.microsoft.com/office/drawing/2014/main" id="{972AB714-FC4C-381E-7A2C-29295BB8282E}"/>
              </a:ext>
            </a:extLst>
          </p:cNvPr>
          <p:cNvSpPr/>
          <p:nvPr/>
        </p:nvSpPr>
        <p:spPr>
          <a:xfrm>
            <a:off x="7402728" y="1846111"/>
            <a:ext cx="164592" cy="164592"/>
          </a:xfrm>
          <a:prstGeom prst="ellipse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54">
            <a:extLst>
              <a:ext uri="{FF2B5EF4-FFF2-40B4-BE49-F238E27FC236}">
                <a16:creationId xmlns:a16="http://schemas.microsoft.com/office/drawing/2014/main" id="{232D5CA2-2849-1F24-47AC-64C995010B4B}"/>
              </a:ext>
            </a:extLst>
          </p:cNvPr>
          <p:cNvSpPr/>
          <p:nvPr/>
        </p:nvSpPr>
        <p:spPr>
          <a:xfrm>
            <a:off x="7636634" y="1800391"/>
            <a:ext cx="1417905" cy="36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rgbClr val="4A6B5F"/>
                </a:solidFill>
              </a:rPr>
              <a:t>Scale to 25+ deployments across India</a:t>
            </a:r>
            <a:endParaRPr lang="en-US" sz="1000" dirty="0">
              <a:solidFill>
                <a:srgbClr val="4A6B5F"/>
              </a:solidFill>
            </a:endParaRPr>
          </a:p>
        </p:txBody>
      </p:sp>
      <p:sp>
        <p:nvSpPr>
          <p:cNvPr id="98" name="Shape 55">
            <a:extLst>
              <a:ext uri="{FF2B5EF4-FFF2-40B4-BE49-F238E27FC236}">
                <a16:creationId xmlns:a16="http://schemas.microsoft.com/office/drawing/2014/main" id="{0E23123A-0474-F145-7430-909D29F3D421}"/>
              </a:ext>
            </a:extLst>
          </p:cNvPr>
          <p:cNvSpPr/>
          <p:nvPr/>
        </p:nvSpPr>
        <p:spPr>
          <a:xfrm>
            <a:off x="7402728" y="2394751"/>
            <a:ext cx="164592" cy="164592"/>
          </a:xfrm>
          <a:prstGeom prst="ellipse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Text 56">
            <a:extLst>
              <a:ext uri="{FF2B5EF4-FFF2-40B4-BE49-F238E27FC236}">
                <a16:creationId xmlns:a16="http://schemas.microsoft.com/office/drawing/2014/main" id="{834EBF27-B744-6D2F-7332-DEF13B0A52E7}"/>
              </a:ext>
            </a:extLst>
          </p:cNvPr>
          <p:cNvSpPr/>
          <p:nvPr/>
        </p:nvSpPr>
        <p:spPr>
          <a:xfrm>
            <a:off x="7613039" y="2295940"/>
            <a:ext cx="14828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rgbClr val="4A6B5F"/>
                </a:solidFill>
              </a:rPr>
              <a:t>Launch ancillary services market participation</a:t>
            </a:r>
            <a:endParaRPr lang="en-US" sz="1000" dirty="0">
              <a:solidFill>
                <a:srgbClr val="4A6B5F"/>
              </a:solidFill>
            </a:endParaRPr>
          </a:p>
        </p:txBody>
      </p:sp>
      <p:sp>
        <p:nvSpPr>
          <p:cNvPr id="102" name="Shape 57">
            <a:extLst>
              <a:ext uri="{FF2B5EF4-FFF2-40B4-BE49-F238E27FC236}">
                <a16:creationId xmlns:a16="http://schemas.microsoft.com/office/drawing/2014/main" id="{2BBD9010-3653-5B9C-FCE4-49C8DD12459A}"/>
              </a:ext>
            </a:extLst>
          </p:cNvPr>
          <p:cNvSpPr/>
          <p:nvPr/>
        </p:nvSpPr>
        <p:spPr>
          <a:xfrm>
            <a:off x="7402728" y="2943391"/>
            <a:ext cx="164592" cy="164592"/>
          </a:xfrm>
          <a:prstGeom prst="ellipse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Text 58">
            <a:extLst>
              <a:ext uri="{FF2B5EF4-FFF2-40B4-BE49-F238E27FC236}">
                <a16:creationId xmlns:a16="http://schemas.microsoft.com/office/drawing/2014/main" id="{D9253F89-BEA7-C29D-D78F-D27928D35243}"/>
              </a:ext>
            </a:extLst>
          </p:cNvPr>
          <p:cNvSpPr/>
          <p:nvPr/>
        </p:nvSpPr>
        <p:spPr>
          <a:xfrm>
            <a:off x="7613039" y="2897671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rgbClr val="4A6B5F"/>
                </a:solidFill>
              </a:rPr>
              <a:t>Improve market adaptation</a:t>
            </a:r>
            <a:endParaRPr lang="en-US" sz="1000" dirty="0">
              <a:solidFill>
                <a:srgbClr val="4A6B5F"/>
              </a:solidFill>
            </a:endParaRPr>
          </a:p>
        </p:txBody>
      </p:sp>
      <p:sp>
        <p:nvSpPr>
          <p:cNvPr id="106" name="Shape 59">
            <a:extLst>
              <a:ext uri="{FF2B5EF4-FFF2-40B4-BE49-F238E27FC236}">
                <a16:creationId xmlns:a16="http://schemas.microsoft.com/office/drawing/2014/main" id="{A148627E-2647-559F-A08E-5237DF57D6DC}"/>
              </a:ext>
            </a:extLst>
          </p:cNvPr>
          <p:cNvSpPr/>
          <p:nvPr/>
        </p:nvSpPr>
        <p:spPr>
          <a:xfrm>
            <a:off x="7402728" y="3492031"/>
            <a:ext cx="164592" cy="164592"/>
          </a:xfrm>
          <a:prstGeom prst="ellipse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Text 60">
            <a:extLst>
              <a:ext uri="{FF2B5EF4-FFF2-40B4-BE49-F238E27FC236}">
                <a16:creationId xmlns:a16="http://schemas.microsoft.com/office/drawing/2014/main" id="{8883B520-9CEE-9168-37AD-88502B751EB3}"/>
              </a:ext>
            </a:extLst>
          </p:cNvPr>
          <p:cNvSpPr/>
          <p:nvPr/>
        </p:nvSpPr>
        <p:spPr>
          <a:xfrm>
            <a:off x="7613040" y="3446311"/>
            <a:ext cx="1426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rgbClr val="4A6B5F"/>
                </a:solidFill>
              </a:rPr>
              <a:t>Establish </a:t>
            </a:r>
            <a:r>
              <a:rPr lang="en-IN" sz="1000" dirty="0" err="1">
                <a:solidFill>
                  <a:srgbClr val="4A6B5F"/>
                </a:solidFill>
              </a:rPr>
              <a:t>FlexGrid</a:t>
            </a:r>
            <a:r>
              <a:rPr lang="en-IN" sz="1000" dirty="0">
                <a:solidFill>
                  <a:srgbClr val="4A6B5F"/>
                </a:solidFill>
              </a:rPr>
              <a:t> as </a:t>
            </a:r>
            <a:r>
              <a:rPr lang="en-IN" sz="1000" dirty="0" err="1">
                <a:solidFill>
                  <a:srgbClr val="4A6B5F"/>
                </a:solidFill>
              </a:rPr>
              <a:t>Esyasoft's</a:t>
            </a:r>
            <a:r>
              <a:rPr lang="en-IN" sz="1000" dirty="0">
                <a:solidFill>
                  <a:srgbClr val="4A6B5F"/>
                </a:solidFill>
              </a:rPr>
              <a:t> flagship software product</a:t>
            </a:r>
            <a:endParaRPr lang="en-US" sz="1000" dirty="0">
              <a:solidFill>
                <a:srgbClr val="4A6B5F"/>
              </a:solidFill>
            </a:endParaRPr>
          </a:p>
        </p:txBody>
      </p:sp>
      <p:sp>
        <p:nvSpPr>
          <p:cNvPr id="110" name="Text 50">
            <a:extLst>
              <a:ext uri="{FF2B5EF4-FFF2-40B4-BE49-F238E27FC236}">
                <a16:creationId xmlns:a16="http://schemas.microsoft.com/office/drawing/2014/main" id="{263E00F8-4388-1980-6C2F-AFF5002F1A98}"/>
              </a:ext>
            </a:extLst>
          </p:cNvPr>
          <p:cNvSpPr/>
          <p:nvPr/>
        </p:nvSpPr>
        <p:spPr>
          <a:xfrm>
            <a:off x="7110704" y="1187739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Expand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3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E7D5E">
              <a:alpha val="35000"/>
            </a:srgbClr>
          </a:solidFill>
          <a:ln w="12700">
            <a:solidFill>
              <a:srgbClr val="2E7D5E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4114800" cy="4114800"/>
          </a:xfrm>
          <a:prstGeom prst="ellipse">
            <a:avLst/>
          </a:prstGeom>
          <a:solidFill>
            <a:srgbClr val="4CAF7D">
              <a:alpha val="30000"/>
            </a:srgbClr>
          </a:solidFill>
          <a:ln w="12700">
            <a:solidFill>
              <a:srgbClr val="4CAF7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51590" y="203527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Submission: Esyasoft Global Innovation — Integrated Energy Trading Platform for BESS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6C93447F49E145ABF22C9FA9ACE54E" ma:contentTypeVersion="5" ma:contentTypeDescription="Create a new document." ma:contentTypeScope="" ma:versionID="90a5ff0de91976d2820408efb67290d0">
  <xsd:schema xmlns:xsd="http://www.w3.org/2001/XMLSchema" xmlns:xs="http://www.w3.org/2001/XMLSchema" xmlns:p="http://schemas.microsoft.com/office/2006/metadata/properties" xmlns:ns3="a3d12851-e8b6-4a38-b4c5-a890c0324c97" targetNamespace="http://schemas.microsoft.com/office/2006/metadata/properties" ma:root="true" ma:fieldsID="a531cfa08bfe4f554c0d79d82f835576" ns3:_="">
    <xsd:import namespace="a3d12851-e8b6-4a38-b4c5-a890c0324c9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d12851-e8b6-4a38-b4c5-a890c0324c9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3d12851-e8b6-4a38-b4c5-a890c0324c97" xsi:nil="true"/>
  </documentManagement>
</p:properties>
</file>

<file path=customXml/itemProps1.xml><?xml version="1.0" encoding="utf-8"?>
<ds:datastoreItem xmlns:ds="http://schemas.openxmlformats.org/officeDocument/2006/customXml" ds:itemID="{D5B4F58E-BE04-49C0-8AFE-B197AE067C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3d12851-e8b6-4a38-b4c5-a890c0324c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5F747A-A53D-4456-AAEA-425FDD2A9C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A4DBA0-B3D3-47BD-B079-BF08135664BF}">
  <ds:schemaRefs>
    <ds:schemaRef ds:uri="http://purl.org/dc/terms/"/>
    <ds:schemaRef ds:uri="http://schemas.microsoft.com/office/2006/metadata/properties"/>
    <ds:schemaRef ds:uri="a3d12851-e8b6-4a38-b4c5-a890c0324c97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1432</Words>
  <Application>Microsoft Office PowerPoint</Application>
  <PresentationFormat>On-screen Show (16:9)</PresentationFormat>
  <Paragraphs>306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FlexGrid BESS – Esyasoft Global Innovation</dc:title>
  <dc:subject>PptxGenJS Presentation</dc:subject>
  <dc:creator>PptxGenJS</dc:creator>
  <cp:lastModifiedBy>Surajit Middya</cp:lastModifiedBy>
  <cp:revision>2</cp:revision>
  <dcterms:created xsi:type="dcterms:W3CDTF">2026-05-15T03:54:40Z</dcterms:created>
  <dcterms:modified xsi:type="dcterms:W3CDTF">2026-05-15T12:30:29Z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0x010100C16C93447F49E145ABF22C9FA9ACE54E</vt:lpwstr>
  </property>
</Properties>
</file>